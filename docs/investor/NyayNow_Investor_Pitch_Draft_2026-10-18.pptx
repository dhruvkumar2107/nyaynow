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a69564695147ff" /><Relationship Type="http://schemas.openxmlformats.org/officeDocument/2006/relationships/extended-properties" Target="/docProps/app.xml" Id="R053f81e719954856" /><Relationship Type="http://schemas.openxmlformats.org/officeDocument/2006/relationships/officeDocument" Target="/ppt/presentation.xml" Id="Rc0cc6f712bb4488e" /></Relationships>
</file>

<file path=ppt/presentation.xml><?xml version="1.0" encoding="utf-8"?>
<p:presentation xmlns:p="http://schemas.openxmlformats.org/presentationml/2006/main">
  <p:sldMasterIdLst>
    <p:sldMasterId xmlns:r="http://schemas.openxmlformats.org/officeDocument/2006/relationships" id="2147483648" r:id="Rd7df7958053f45b4"/>
  </p:sldMasterIdLst>
  <p:notesMasterIdLst>
    <p:notesMasterId xmlns:r="http://schemas.openxmlformats.org/officeDocument/2006/relationships" r:id="Rea26eae1fc1c465d"/>
  </p:notesMasterIdLst>
  <p:sldIdLst>
    <p:sldId xmlns:r="http://schemas.openxmlformats.org/officeDocument/2006/relationships" id="256" r:id="Ra59b2bacfe654fb8"/>
    <p:sldId xmlns:r="http://schemas.openxmlformats.org/officeDocument/2006/relationships" id="257" r:id="Rc8d88212ec3d4730"/>
    <p:sldId xmlns:r="http://schemas.openxmlformats.org/officeDocument/2006/relationships" id="258" r:id="Re9473a7ba502462e"/>
    <p:sldId xmlns:r="http://schemas.openxmlformats.org/officeDocument/2006/relationships" id="259" r:id="Rb5674060c59e41f2"/>
    <p:sldId xmlns:r="http://schemas.openxmlformats.org/officeDocument/2006/relationships" id="260" r:id="R48904a27d0ca4524"/>
    <p:sldId xmlns:r="http://schemas.openxmlformats.org/officeDocument/2006/relationships" id="261" r:id="R240d91b9a7234385"/>
    <p:sldId xmlns:r="http://schemas.openxmlformats.org/officeDocument/2006/relationships" id="262" r:id="Reefaed07c2094980"/>
    <p:sldId xmlns:r="http://schemas.openxmlformats.org/officeDocument/2006/relationships" id="263" r:id="R40e3e4d09f294e82"/>
    <p:sldId xmlns:r="http://schemas.openxmlformats.org/officeDocument/2006/relationships" id="264" r:id="R3faddf82ff9f486a"/>
    <p:sldId xmlns:r="http://schemas.openxmlformats.org/officeDocument/2006/relationships" id="265" r:id="R061cb2e299f947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3596b95a5b4683" /><Relationship Type="http://schemas.openxmlformats.org/officeDocument/2006/relationships/slideMaster" Target="/ppt/slideMasters/slideMaster1.xml" Id="Rd7df7958053f45b4" /><Relationship Type="http://schemas.openxmlformats.org/officeDocument/2006/relationships/notesMaster" Target="/ppt/notesMasters/notesMaster1.xml" Id="Rea26eae1fc1c465d" /><Relationship Type="http://schemas.openxmlformats.org/officeDocument/2006/relationships/presProps" Target="/ppt/presProps.xml" Id="R47f9359226df4e99" /><Relationship Type="http://schemas.openxmlformats.org/officeDocument/2006/relationships/tableStyles" Target="/ppt/tableStyles.xml" Id="R1ef031205c0f44fd" /><Relationship Type="http://schemas.openxmlformats.org/officeDocument/2006/relationships/slide" Target="/ppt/slides/slide1.xml" Id="Ra59b2bacfe654fb8" /><Relationship Type="http://schemas.openxmlformats.org/officeDocument/2006/relationships/slide" Target="/ppt/slides/slide2.xml" Id="Rc8d88212ec3d4730" /><Relationship Type="http://schemas.openxmlformats.org/officeDocument/2006/relationships/slide" Target="/ppt/slides/slide3.xml" Id="Re9473a7ba502462e" /><Relationship Type="http://schemas.openxmlformats.org/officeDocument/2006/relationships/slide" Target="/ppt/slides/slide4.xml" Id="Rb5674060c59e41f2" /><Relationship Type="http://schemas.openxmlformats.org/officeDocument/2006/relationships/slide" Target="/ppt/slides/slide5.xml" Id="R48904a27d0ca4524" /><Relationship Type="http://schemas.openxmlformats.org/officeDocument/2006/relationships/slide" Target="/ppt/slides/slide6.xml" Id="R240d91b9a7234385" /><Relationship Type="http://schemas.openxmlformats.org/officeDocument/2006/relationships/slide" Target="/ppt/slides/slide7.xml" Id="Reefaed07c2094980" /><Relationship Type="http://schemas.openxmlformats.org/officeDocument/2006/relationships/slide" Target="/ppt/slides/slide8.xml" Id="R40e3e4d09f294e82" /><Relationship Type="http://schemas.openxmlformats.org/officeDocument/2006/relationships/slide" Target="/ppt/slides/slide9.xml" Id="R3faddf82ff9f486a" /><Relationship Type="http://schemas.openxmlformats.org/officeDocument/2006/relationships/slide" Target="/ppt/slides/slide10.xml" Id="R061cb2e299f947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312c9fe9fb47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05069a87a5477e" /><Relationship Type="http://schemas.openxmlformats.org/officeDocument/2006/relationships/notesMaster" Target="/ppt/notesMasters/notesMaster1.xml" Id="Rb81bea2cc7db48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62826207be40c9" /><Relationship Type="http://schemas.openxmlformats.org/officeDocument/2006/relationships/notesMaster" Target="/ppt/notesMasters/notesMaster1.xml" Id="Rb5249b8fbcaa46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801ddfb75646a6" /><Relationship Type="http://schemas.openxmlformats.org/officeDocument/2006/relationships/notesMaster" Target="/ppt/notesMasters/notesMaster1.xml" Id="R0d42724f991240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4a737e6f8040fe" /><Relationship Type="http://schemas.openxmlformats.org/officeDocument/2006/relationships/notesMaster" Target="/ppt/notesMasters/notesMaster1.xml" Id="Ra9b4d5c4d7cc4a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db0920c035445a" /><Relationship Type="http://schemas.openxmlformats.org/officeDocument/2006/relationships/notesMaster" Target="/ppt/notesMasters/notesMaster1.xml" Id="Rf48c1fd89f744a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1aeb9a6c26420c" /><Relationship Type="http://schemas.openxmlformats.org/officeDocument/2006/relationships/notesMaster" Target="/ppt/notesMasters/notesMaster1.xml" Id="R2a561cf69bce47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bd6fd81d604d7f" /><Relationship Type="http://schemas.openxmlformats.org/officeDocument/2006/relationships/notesMaster" Target="/ppt/notesMasters/notesMaster1.xml" Id="R17b871b035a844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775689400944b5" /><Relationship Type="http://schemas.openxmlformats.org/officeDocument/2006/relationships/notesMaster" Target="/ppt/notesMasters/notesMaster1.xml" Id="R8007fa81434343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870071158441c3" /><Relationship Type="http://schemas.openxmlformats.org/officeDocument/2006/relationships/notesMaster" Target="/ppt/notesMasters/notesMaster1.xml" Id="R246fc26561bb45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60d276adcd44c77" /><Relationship Type="http://schemas.openxmlformats.org/officeDocument/2006/relationships/notesMaster" Target="/ppt/notesMasters/notesMaster1.xml" Id="R3869444c95e745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product thesis. NyayNow is not presenting as a verified legal AI system today. The long-term opportunity is to make legal workflows inspectable by preserving which source applied, when it applied, and what passage supports each proposition.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this as the problem hypothesis, not as quantified market research. The repository review did not establish the size of the addressable market or validate user demand. Use design-partner discovery to test which context failures create the most costly rework.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selected routes can use third-party search context when configured. The current demo is not proof of production retrieval or citation verification. Advocate review is a proposed operating step, not a claim that a verified advocate network is already in place.</a:t>
            </a:r>
          </a:p>
          <a:p xmlns:a="http://schemas.openxmlformats.org/drawingml/2006/main">
            <a:r>
              <a:t/>
            </a:r>
          </a:p>
          <a:p xmlns:a="http://schemas.openxmlformats.org/drawingml/2006/main">
            <a:r>
              <a:t>Sources:</a:t>
            </a:r>
          </a:p>
          <a:p xmlns:a="http://schemas.openxmlformats.org/drawingml/2006/main">
            <a:r>
              <a:t>• Repository evidence: docs/FINAL_STATUS_REPORT.md and docs/DEEPTECH_AND_FUNDING_READINESS.md.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client production build and local browser suite passed in the repository review. Hosted CI, deployment configuration, live MongoDB integration, security certification, and real operating metrics were not verified. Keep this distinction if investors ask what is production-ready.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planned system architecture. Current code has source and proof receipt schemas plus an exact-quote/time verification scaffold. It does not yet have the licensed corpus, production retrieval pipeline, temporal legal graph, claim entailment validator, or counsel-reviewed evaluation. Exact-quote matching is not proof that a proposition is legally supported.</a:t>
            </a:r>
          </a:p>
          <a:p xmlns:a="http://schemas.openxmlformats.org/drawingml/2006/main">
            <a:r>
              <a:t/>
            </a:r>
          </a:p>
          <a:p xmlns:a="http://schemas.openxmlformats.org/drawingml/2006/main">
            <a:r>
              <a:t>Sources:</a:t>
            </a:r>
          </a:p>
          <a:p xmlns:a="http://schemas.openxmlformats.org/drawingml/2006/main">
            <a:r>
              <a:t>• Internal architecture and evidence plan: docs/DEEPTECH_AND_FUNDING_READINESS.md.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describe this as an existing moat. These are the capabilities that could create defensibility if source rights, coverage, product use, and evaluator quality are earned and maintained.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 customers and revenue lines as hypotheses. The repo includes payment and marketplace features, but no verified revenue, retention, willingness-to-pay, or unit economics. Public plan amounts in code have not been reconciled to actual entitlements or commercial terms.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5–10 interview count is a planning target in the internal funding-readiness document, not completed research. The pilot should not start with an unmeasured broad accuracy promise. First define a bounded task, permissions, reviewer rubric, and baseline.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milestones from the internal readiness plan, not a funded or approved plan. Capital requested, headcount, dates after the 12-month windows, and budgets remain to be completed by the founders using real costs and quotes.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Karnataka Startup Cell portal currently lists ELEVATE NxT as a Pan-India DeepTech call, a 13 October–13 November 2026 application period, and up to ₹1 crore in grant-in-aid. The general terms page conflicts on Karnataka registration and workforce. The call also expects technical depth, IP potential, and a declared TRL between 3 and 8; these are not established by the repo review. Do not claim eligibility or treat the maximum as the amount requested.</a:t>
            </a:r>
          </a:p>
          <a:p xmlns:a="http://schemas.openxmlformats.org/drawingml/2006/main">
            <a:r>
              <a:t/>
            </a:r>
          </a:p>
          <a:p xmlns:a="http://schemas.openxmlformats.org/drawingml/2006/main">
            <a:r>
              <a:t>Sources:</a:t>
            </a:r>
          </a:p>
          <a:p xmlns:a="http://schemas.openxmlformats.org/drawingml/2006/main">
            <a:r>
              <a:t>• Official ELEVATE NxT call details: https://elevate.startupkarnataka.in/public/</a:t>
            </a:r>
          </a:p>
          <a:p xmlns:a="http://schemas.openxmlformats.org/drawingml/2006/main">
            <a:r>
              <a:t>• Official ELEVATE 2026 terms: https://elevate.startupkarnataka.in/public/terms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8570f1448a439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72e6e927f61401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f96c698ce1347f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1906aa8a7864ba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c140dd4d0e94b8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ca132840d8342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2A98D8-19F9-4168-8450-6C0D8315AFB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2341125-1CDE-42B7-BA50-4DE82DFB825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E7DFDC7-6713-4EEC-B396-59B59AB3EC6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0F541E-3674-4AC9-A3F3-CF1FE05A87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E7F4192-C4BA-491C-BC6D-49949B6C0CD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2A34EFF-9BCA-4644-86C1-71CF064679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0CA88B-E7A8-45C8-A68E-F17D8041F9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DEBF4C3-5B81-4153-8852-A0206E3CAF5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98CE29-202E-4803-9F67-B8720675F4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1EB4F7-32D0-4ACA-A5CE-AABDAD27F21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a4d174df374364" /><Relationship Type="http://schemas.openxmlformats.org/officeDocument/2006/relationships/slideLayout" Target="/ppt/slideLayouts/slideLayout1.xml" Id="R959bf9d801054311" /><Relationship Type="http://schemas.openxmlformats.org/officeDocument/2006/relationships/slideLayout" Target="/ppt/slideLayouts/slideLayout2.xml" Id="R6ba1b7c7423e4f28" /><Relationship Type="http://schemas.openxmlformats.org/officeDocument/2006/relationships/slideLayout" Target="/ppt/slideLayouts/slideLayout3.xml" Id="R6d1c2c2e390145f4" /><Relationship Type="http://schemas.openxmlformats.org/officeDocument/2006/relationships/slideLayout" Target="/ppt/slideLayouts/slideLayout4.xml" Id="R75c5d48321f94166" /><Relationship Type="http://schemas.openxmlformats.org/officeDocument/2006/relationships/slideLayout" Target="/ppt/slideLayouts/slideLayout5.xml" Id="Ra65e3c2b2d754abb" /><Relationship Type="http://schemas.openxmlformats.org/officeDocument/2006/relationships/slideLayout" Target="/ppt/slideLayouts/slideLayout6.xml" Id="Re1c8a200540847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9bf9d801054311"/>
    <p:sldLayoutId xmlns:r="http://schemas.openxmlformats.org/officeDocument/2006/relationships" id="2147483650" r:id="R6ba1b7c7423e4f28"/>
    <p:sldLayoutId xmlns:r="http://schemas.openxmlformats.org/officeDocument/2006/relationships" id="2147483651" r:id="R6d1c2c2e390145f4"/>
    <p:sldLayoutId xmlns:r="http://schemas.openxmlformats.org/officeDocument/2006/relationships" id="2147483652" r:id="R75c5d48321f94166"/>
    <p:sldLayoutId xmlns:r="http://schemas.openxmlformats.org/officeDocument/2006/relationships" id="2147483653" r:id="Ra65e3c2b2d754abb"/>
    <p:sldLayoutId xmlns:r="http://schemas.openxmlformats.org/officeDocument/2006/relationships" id="2147483654" r:id="Re1c8a200540847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8934ac4699e4ecf" /><Relationship Type="http://schemas.openxmlformats.org/officeDocument/2006/relationships/notesSlide" Target="/ppt/notesSlides/notesSlide1.xml" Id="Rf547eeb3bd8c4d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b9163afe89f4ba7" /><Relationship Type="http://schemas.openxmlformats.org/officeDocument/2006/relationships/notesSlide" Target="/ppt/notesSlides/notesSlide2.xml" Id="Rba23d8f9a17844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bab208890fb4dc3" /><Relationship Type="http://schemas.openxmlformats.org/officeDocument/2006/relationships/notesSlide" Target="/ppt/notesSlides/notesSlide3.xml" Id="Rbebc155babd041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4029e5d6eb2459d" /><Relationship Type="http://schemas.openxmlformats.org/officeDocument/2006/relationships/notesSlide" Target="/ppt/notesSlides/notesSlide4.xml" Id="Rcb8cf0984d4443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49c3e0723294a09" /><Relationship Type="http://schemas.openxmlformats.org/officeDocument/2006/relationships/notesSlide" Target="/ppt/notesSlides/notesSlide5.xml" Id="R0324d0730d5c407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6fc339f864a498c" /><Relationship Type="http://schemas.openxmlformats.org/officeDocument/2006/relationships/notesSlide" Target="/ppt/notesSlides/notesSlide6.xml" Id="R2e52e0d9ab0e41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092bd2e622442cc" /><Relationship Type="http://schemas.openxmlformats.org/officeDocument/2006/relationships/notesSlide" Target="/ppt/notesSlides/notesSlide7.xml" Id="R83ebf1dc9a6b47c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b07dfd36e674342" /><Relationship Type="http://schemas.openxmlformats.org/officeDocument/2006/relationships/notesSlide" Target="/ppt/notesSlides/notesSlide8.xml" Id="R06662b34f11343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3581c356c4b4113" /><Relationship Type="http://schemas.openxmlformats.org/officeDocument/2006/relationships/notesSlide" Target="/ppt/notesSlides/notesSlide9.xml" Id="Rdc373538068648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f1446c4b80a4a7a" /><Relationship Type="http://schemas.openxmlformats.org/officeDocument/2006/relationships/notesSlide" Target="/ppt/notesSlides/notesSlide10.xml" Id="R10b10f623ba34ad9" /></Relationships>
</file>

<file path=ppt/slides/slide1.xml><?xml version="1.0" encoding="utf-8"?>
<p:sld xmlns:p="http://schemas.openxmlformats.org/presentationml/2006/main">
  <p:cSld>
    <p:bg>
      <p:bgPr>
        <a:solidFill xmlns:a="http://schemas.openxmlformats.org/drawingml/2006/main">
          <a:srgbClr val="0B202B"/>
        </a:solidFill>
      </p:bgPr>
    </p:bg>
    <p:spTree>
      <p:nvGrpSpPr>
        <p:cNvPr id="1" name=""/>
        <p:cNvGrpSpPr/>
        <p:nvPr/>
      </p:nvGrpSpPr>
      <p:grpSpPr>
        <a:xfrm xmlns:a="http://schemas.openxmlformats.org/drawingml/2006/main"/>
      </p:grpSpPr>
      <p:sp>
        <p:nvSpPr>
          <p:cNvPr id="9" name="left-accent">
            <a:extLst xmlns:a="http://schemas.openxmlformats.org/drawingml/2006/main">
              <a:ext uri="{FF2B5EF4-FFF2-40B4-BE49-F238E27FC236}">
                <a16:creationId xmlns:a16="http://schemas.microsoft.com/office/drawing/2014/main" id="{3767D4B8-2980-4D3D-8F69-70438BCE33D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91D2C5"/>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7B9CD673-909C-4EAB-8CEB-EFC0AA55D19B}"/>
              </a:ext>
            </a:extLst>
          </p:cNvPr>
          <p:cNvSpPr>
            <a:spLocks xmlns:a="http://schemas.openxmlformats.org/drawingml/2006/main" noGrp="1"/>
          </p:cNvSpPr>
          <p:nvPr/>
        </p:nvSpPr>
        <p:spPr>
          <a:xfrm xmlns:a="http://schemas.openxmlformats.org/drawingml/2006/main">
            <a:off x="685800" y="5334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91D2C5"/>
                </a:solidFill>
                <a:latin typeface="Arial"/>
                <a:ea typeface="Arial"/>
                <a:cs typeface="Arial"/>
              </a:defRPr>
            </a:defPPr>
            <a:lvl1pPr algn="l">
              <a:defRPr sz="1350" b="1">
                <a:solidFill>
                  <a:srgbClr val="91D2C5"/>
                </a:solidFill>
                <a:latin typeface="Arial"/>
                <a:ea typeface="Arial"/>
                <a:cs typeface="Arial"/>
              </a:defRPr>
            </a:lvl1pPr>
            <a:lvl2pPr algn="l">
              <a:defRPr sz="1350" b="1">
                <a:solidFill>
                  <a:srgbClr val="91D2C5"/>
                </a:solidFill>
                <a:latin typeface="Arial"/>
                <a:ea typeface="Arial"/>
                <a:cs typeface="Arial"/>
              </a:defRPr>
            </a:lvl2pPr>
            <a:lvl3pPr algn="l">
              <a:defRPr sz="1350" b="1">
                <a:solidFill>
                  <a:srgbClr val="91D2C5"/>
                </a:solidFill>
                <a:latin typeface="Arial"/>
                <a:ea typeface="Arial"/>
                <a:cs typeface="Arial"/>
              </a:defRPr>
            </a:lvl3pPr>
            <a:lvl4pPr algn="l">
              <a:defRPr sz="1350" b="1">
                <a:solidFill>
                  <a:srgbClr val="91D2C5"/>
                </a:solidFill>
                <a:latin typeface="Arial"/>
                <a:ea typeface="Arial"/>
                <a:cs typeface="Arial"/>
              </a:defRPr>
            </a:lvl4pPr>
            <a:lvl5pPr algn="l">
              <a:defRPr sz="1350" b="1">
                <a:solidFill>
                  <a:srgbClr val="91D2C5"/>
                </a:solidFill>
                <a:latin typeface="Arial"/>
                <a:ea typeface="Arial"/>
                <a:cs typeface="Arial"/>
              </a:defRPr>
            </a:lvl5pPr>
            <a:lvl6pPr algn="l">
              <a:defRPr sz="1350" b="1">
                <a:solidFill>
                  <a:srgbClr val="91D2C5"/>
                </a:solidFill>
                <a:latin typeface="Arial"/>
                <a:ea typeface="Arial"/>
                <a:cs typeface="Arial"/>
              </a:defRPr>
            </a:lvl6pPr>
            <a:lvl7pPr algn="l">
              <a:defRPr sz="1350" b="1">
                <a:solidFill>
                  <a:srgbClr val="91D2C5"/>
                </a:solidFill>
                <a:latin typeface="Arial"/>
                <a:ea typeface="Arial"/>
                <a:cs typeface="Arial"/>
              </a:defRPr>
            </a:lvl7pPr>
            <a:lvl8pPr algn="l">
              <a:defRPr sz="1350" b="1">
                <a:solidFill>
                  <a:srgbClr val="91D2C5"/>
                </a:solidFill>
                <a:latin typeface="Arial"/>
                <a:ea typeface="Arial"/>
                <a:cs typeface="Arial"/>
              </a:defRPr>
            </a:lvl8pPr>
            <a:lvl9pPr algn="l">
              <a:defRPr sz="1350" b="1">
                <a:solidFill>
                  <a:srgbClr val="91D2C5"/>
                </a:solidFill>
                <a:latin typeface="Arial"/>
                <a:ea typeface="Arial"/>
                <a:cs typeface="Arial"/>
              </a:defRPr>
            </a:lvl9pPr>
          </a:lstStyle>
          <a:p xmlns:a="http://schemas.openxmlformats.org/drawingml/2006/main">
            <a:pPr algn="l">
              <a:lnSpc>
                <a:spcPct val="105000"/>
              </a:lnSpc>
              <a:buNone/>
              <a:defRPr sz="1350" b="1">
                <a:solidFill>
                  <a:srgbClr val="91D2C5"/>
                </a:solidFill>
                <a:latin typeface="Arial"/>
                <a:ea typeface="Arial"/>
                <a:cs typeface="Arial"/>
              </a:defRPr>
            </a:pPr>
            <a:r>
              <a:rPr sz="1350" b="1">
                <a:solidFill>
                  <a:srgbClr val="91D2C5"/>
                </a:solidFill>
                <a:latin typeface="Arial"/>
                <a:ea typeface="Arial"/>
                <a:cs typeface="Arial"/>
              </a:rPr>
              <a:t>NYAYNOW</a:t>
            </a:r>
          </a:p>
        </p:txBody>
      </p:sp>
      <p:sp>
        <p:nvSpPr>
          <p:cNvPr id="3" name="title">
            <a:extLst xmlns:a="http://schemas.openxmlformats.org/drawingml/2006/main">
              <a:ext uri="{FF2B5EF4-FFF2-40B4-BE49-F238E27FC236}">
                <a16:creationId xmlns:a16="http://schemas.microsoft.com/office/drawing/2014/main" id="{EAEE7173-736F-4743-9C09-1019137A2485}"/>
              </a:ext>
            </a:extLst>
          </p:cNvPr>
          <p:cNvSpPr>
            <a:spLocks xmlns:a="http://schemas.openxmlformats.org/drawingml/2006/main" noGrp="1"/>
          </p:cNvSpPr>
          <p:nvPr/>
        </p:nvSpPr>
        <p:spPr>
          <a:xfrm xmlns:a="http://schemas.openxmlformats.org/drawingml/2006/main">
            <a:off x="685800" y="1619250"/>
            <a:ext cx="723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350" b="1">
                <a:solidFill>
                  <a:srgbClr val="FFFFFF"/>
                </a:solidFill>
                <a:latin typeface="Arial"/>
                <a:ea typeface="Arial"/>
                <a:cs typeface="Arial"/>
              </a:defRPr>
            </a:defPPr>
            <a:lvl1pPr algn="l">
              <a:defRPr sz="4350" b="1">
                <a:solidFill>
                  <a:srgbClr val="FFFFFF"/>
                </a:solidFill>
                <a:latin typeface="Arial"/>
                <a:ea typeface="Arial"/>
                <a:cs typeface="Arial"/>
              </a:defRPr>
            </a:lvl1pPr>
            <a:lvl2pPr algn="l">
              <a:defRPr sz="4350" b="1">
                <a:solidFill>
                  <a:srgbClr val="FFFFFF"/>
                </a:solidFill>
                <a:latin typeface="Arial"/>
                <a:ea typeface="Arial"/>
                <a:cs typeface="Arial"/>
              </a:defRPr>
            </a:lvl2pPr>
            <a:lvl3pPr algn="l">
              <a:defRPr sz="4350" b="1">
                <a:solidFill>
                  <a:srgbClr val="FFFFFF"/>
                </a:solidFill>
                <a:latin typeface="Arial"/>
                <a:ea typeface="Arial"/>
                <a:cs typeface="Arial"/>
              </a:defRPr>
            </a:lvl3pPr>
            <a:lvl4pPr algn="l">
              <a:defRPr sz="4350" b="1">
                <a:solidFill>
                  <a:srgbClr val="FFFFFF"/>
                </a:solidFill>
                <a:latin typeface="Arial"/>
                <a:ea typeface="Arial"/>
                <a:cs typeface="Arial"/>
              </a:defRPr>
            </a:lvl4pPr>
            <a:lvl5pPr algn="l">
              <a:defRPr sz="4350" b="1">
                <a:solidFill>
                  <a:srgbClr val="FFFFFF"/>
                </a:solidFill>
                <a:latin typeface="Arial"/>
                <a:ea typeface="Arial"/>
                <a:cs typeface="Arial"/>
              </a:defRPr>
            </a:lvl5pPr>
            <a:lvl6pPr algn="l">
              <a:defRPr sz="4350" b="1">
                <a:solidFill>
                  <a:srgbClr val="FFFFFF"/>
                </a:solidFill>
                <a:latin typeface="Arial"/>
                <a:ea typeface="Arial"/>
                <a:cs typeface="Arial"/>
              </a:defRPr>
            </a:lvl6pPr>
            <a:lvl7pPr algn="l">
              <a:defRPr sz="4350" b="1">
                <a:solidFill>
                  <a:srgbClr val="FFFFFF"/>
                </a:solidFill>
                <a:latin typeface="Arial"/>
                <a:ea typeface="Arial"/>
                <a:cs typeface="Arial"/>
              </a:defRPr>
            </a:lvl7pPr>
            <a:lvl8pPr algn="l">
              <a:defRPr sz="4350" b="1">
                <a:solidFill>
                  <a:srgbClr val="FFFFFF"/>
                </a:solidFill>
                <a:latin typeface="Arial"/>
                <a:ea typeface="Arial"/>
                <a:cs typeface="Arial"/>
              </a:defRPr>
            </a:lvl8pPr>
            <a:lvl9pPr algn="l">
              <a:defRPr sz="4350" b="1">
                <a:solidFill>
                  <a:srgbClr val="FFFFFF"/>
                </a:solidFill>
                <a:latin typeface="Arial"/>
                <a:ea typeface="Arial"/>
                <a:cs typeface="Arial"/>
              </a:defRPr>
            </a:lvl9pPr>
          </a:lstStyle>
          <a:p xmlns:a="http://schemas.openxmlformats.org/drawingml/2006/main">
            <a:pPr algn="l">
              <a:lnSpc>
                <a:spcPct val="95000"/>
              </a:lnSpc>
              <a:buNone/>
              <a:defRPr sz="4350" b="1">
                <a:solidFill>
                  <a:srgbClr val="FFFFFF"/>
                </a:solidFill>
                <a:latin typeface="Arial"/>
                <a:ea typeface="Arial"/>
                <a:cs typeface="Arial"/>
              </a:defRPr>
            </a:pPr>
            <a:r>
              <a:rPr sz="4350" b="1">
                <a:solidFill>
                  <a:srgbClr val="FFFFFF"/>
                </a:solidFill>
                <a:latin typeface="Arial"/>
                <a:ea typeface="Arial"/>
                <a:cs typeface="Arial"/>
              </a:rPr>
              <a:t>Building source-first</a:t>
            </a:r>
          </a:p>
          <a:p xmlns:a="http://schemas.openxmlformats.org/drawingml/2006/main">
            <a:pPr algn="l">
              <a:lnSpc>
                <a:spcPct val="95000"/>
              </a:lnSpc>
              <a:buNone/>
              <a:defRPr sz="4350" b="1">
                <a:solidFill>
                  <a:srgbClr val="FFFFFF"/>
                </a:solidFill>
                <a:latin typeface="Arial"/>
                <a:ea typeface="Arial"/>
                <a:cs typeface="Arial"/>
              </a:defRPr>
            </a:pPr>
            <a:r>
              <a:rPr sz="4350" b="1">
                <a:solidFill>
                  <a:srgbClr val="FFFFFF"/>
                </a:solidFill>
                <a:latin typeface="Arial"/>
                <a:ea typeface="Arial"/>
                <a:cs typeface="Arial"/>
              </a:rPr>
              <a:t>legal workflows for India</a:t>
            </a:r>
          </a:p>
        </p:txBody>
      </p:sp>
      <p:sp>
        <p:nvSpPr>
          <p:cNvPr id="4" name="subtitle">
            <a:extLst xmlns:a="http://schemas.openxmlformats.org/drawingml/2006/main">
              <a:ext uri="{FF2B5EF4-FFF2-40B4-BE49-F238E27FC236}">
                <a16:creationId xmlns:a16="http://schemas.microsoft.com/office/drawing/2014/main" id="{AD7BD51E-2CA3-4B90-AAA0-17808382321B}"/>
              </a:ext>
            </a:extLst>
          </p:cNvPr>
          <p:cNvSpPr>
            <a:spLocks xmlns:a="http://schemas.openxmlformats.org/drawingml/2006/main" noGrp="1"/>
          </p:cNvSpPr>
          <p:nvPr/>
        </p:nvSpPr>
        <p:spPr>
          <a:xfrm xmlns:a="http://schemas.openxmlformats.org/drawingml/2006/main">
            <a:off x="723900" y="3781425"/>
            <a:ext cx="6381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C0D0CE"/>
                </a:solidFill>
                <a:latin typeface="Arial"/>
                <a:ea typeface="Arial"/>
                <a:cs typeface="Arial"/>
              </a:defRPr>
            </a:defPPr>
            <a:lvl1pPr algn="l">
              <a:defRPr sz="1800" b="0">
                <a:solidFill>
                  <a:srgbClr val="C0D0CE"/>
                </a:solidFill>
                <a:latin typeface="Arial"/>
                <a:ea typeface="Arial"/>
                <a:cs typeface="Arial"/>
              </a:defRPr>
            </a:lvl1pPr>
            <a:lvl2pPr algn="l">
              <a:defRPr sz="1800" b="0">
                <a:solidFill>
                  <a:srgbClr val="C0D0CE"/>
                </a:solidFill>
                <a:latin typeface="Arial"/>
                <a:ea typeface="Arial"/>
                <a:cs typeface="Arial"/>
              </a:defRPr>
            </a:lvl2pPr>
            <a:lvl3pPr algn="l">
              <a:defRPr sz="1800" b="0">
                <a:solidFill>
                  <a:srgbClr val="C0D0CE"/>
                </a:solidFill>
                <a:latin typeface="Arial"/>
                <a:ea typeface="Arial"/>
                <a:cs typeface="Arial"/>
              </a:defRPr>
            </a:lvl3pPr>
            <a:lvl4pPr algn="l">
              <a:defRPr sz="1800" b="0">
                <a:solidFill>
                  <a:srgbClr val="C0D0CE"/>
                </a:solidFill>
                <a:latin typeface="Arial"/>
                <a:ea typeface="Arial"/>
                <a:cs typeface="Arial"/>
              </a:defRPr>
            </a:lvl4pPr>
            <a:lvl5pPr algn="l">
              <a:defRPr sz="1800" b="0">
                <a:solidFill>
                  <a:srgbClr val="C0D0CE"/>
                </a:solidFill>
                <a:latin typeface="Arial"/>
                <a:ea typeface="Arial"/>
                <a:cs typeface="Arial"/>
              </a:defRPr>
            </a:lvl5pPr>
            <a:lvl6pPr algn="l">
              <a:defRPr sz="1800" b="0">
                <a:solidFill>
                  <a:srgbClr val="C0D0CE"/>
                </a:solidFill>
                <a:latin typeface="Arial"/>
                <a:ea typeface="Arial"/>
                <a:cs typeface="Arial"/>
              </a:defRPr>
            </a:lvl6pPr>
            <a:lvl7pPr algn="l">
              <a:defRPr sz="1800" b="0">
                <a:solidFill>
                  <a:srgbClr val="C0D0CE"/>
                </a:solidFill>
                <a:latin typeface="Arial"/>
                <a:ea typeface="Arial"/>
                <a:cs typeface="Arial"/>
              </a:defRPr>
            </a:lvl7pPr>
            <a:lvl8pPr algn="l">
              <a:defRPr sz="1800" b="0">
                <a:solidFill>
                  <a:srgbClr val="C0D0CE"/>
                </a:solidFill>
                <a:latin typeface="Arial"/>
                <a:ea typeface="Arial"/>
                <a:cs typeface="Arial"/>
              </a:defRPr>
            </a:lvl8pPr>
            <a:lvl9pPr algn="l">
              <a:defRPr sz="1800" b="0">
                <a:solidFill>
                  <a:srgbClr val="C0D0CE"/>
                </a:solidFill>
                <a:latin typeface="Arial"/>
                <a:ea typeface="Arial"/>
                <a:cs typeface="Arial"/>
              </a:defRPr>
            </a:lvl9pPr>
          </a:lstStyle>
          <a:p xmlns:a="http://schemas.openxmlformats.org/drawingml/2006/main">
            <a:pPr algn="l">
              <a:lnSpc>
                <a:spcPct val="108000"/>
              </a:lnSpc>
              <a:buNone/>
              <a:defRPr sz="1800" b="0">
                <a:solidFill>
                  <a:srgbClr val="C0D0CE"/>
                </a:solidFill>
                <a:latin typeface="Arial"/>
                <a:ea typeface="Arial"/>
                <a:cs typeface="Arial"/>
              </a:defRPr>
            </a:pPr>
            <a:r>
              <a:rPr sz="1800" b="0">
                <a:solidFill>
                  <a:srgbClr val="C0D0CE"/>
                </a:solidFill>
                <a:latin typeface="Arial"/>
                <a:ea typeface="Arial"/>
                <a:cs typeface="Arial"/>
              </a:rPr>
              <a:t>A legal workflow foundation with a path to auditable, time-aware intelligence</a:t>
            </a:r>
          </a:p>
        </p:txBody>
      </p:sp>
      <p:sp>
        <p:nvSpPr>
          <p:cNvPr id="5" name="divider">
            <a:extLst xmlns:a="http://schemas.openxmlformats.org/drawingml/2006/main">
              <a:ext uri="{FF2B5EF4-FFF2-40B4-BE49-F238E27FC236}">
                <a16:creationId xmlns:a16="http://schemas.microsoft.com/office/drawing/2014/main" id="{1722E517-487B-4E67-9B16-7574ECAD07FB}"/>
              </a:ext>
            </a:extLst>
          </p:cNvPr>
          <p:cNvSpPr>
            <a:spLocks xmlns:a="http://schemas.openxmlformats.org/drawingml/2006/main" noGrp="1"/>
          </p:cNvSpPr>
          <p:nvPr/>
        </p:nvSpPr>
        <p:spPr>
          <a:xfrm xmlns:a="http://schemas.openxmlformats.org/drawingml/2006/main">
            <a:off x="723900" y="4905375"/>
            <a:ext cx="6191250" cy="19050"/>
          </a:xfrm>
          <a:prstGeom xmlns:a="http://schemas.openxmlformats.org/drawingml/2006/main" prst="rect">
            <a:avLst/>
          </a:prstGeom>
          <a:solidFill xmlns:a="http://schemas.openxmlformats.org/drawingml/2006/main">
            <a:srgbClr val="34515B"/>
          </a:solidFill>
          <a:ln xmlns:a="http://schemas.openxmlformats.org/drawingml/2006/main" w="0">
            <a:noFill/>
            <a:prstDash val="solid"/>
          </a:ln>
        </p:spPr>
      </p:sp>
      <p:sp>
        <p:nvSpPr>
          <p:cNvPr id="6" name="audience">
            <a:extLst xmlns:a="http://schemas.openxmlformats.org/drawingml/2006/main">
              <a:ext uri="{FF2B5EF4-FFF2-40B4-BE49-F238E27FC236}">
                <a16:creationId xmlns:a16="http://schemas.microsoft.com/office/drawing/2014/main" id="{4C639B7A-5066-405E-9C31-1F87984E08C3}"/>
              </a:ext>
            </a:extLst>
          </p:cNvPr>
          <p:cNvSpPr>
            <a:spLocks xmlns:a="http://schemas.openxmlformats.org/drawingml/2006/main" noGrp="1"/>
          </p:cNvSpPr>
          <p:nvPr/>
        </p:nvSpPr>
        <p:spPr>
          <a:xfrm xmlns:a="http://schemas.openxmlformats.org/drawingml/2006/main">
            <a:off x="723900" y="51435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91D2C5"/>
                </a:solidFill>
                <a:latin typeface="Arial"/>
                <a:ea typeface="Arial"/>
                <a:cs typeface="Arial"/>
              </a:defRPr>
            </a:defPPr>
            <a:lvl1pPr algn="l">
              <a:defRPr sz="1200" b="1">
                <a:solidFill>
                  <a:srgbClr val="91D2C5"/>
                </a:solidFill>
                <a:latin typeface="Arial"/>
                <a:ea typeface="Arial"/>
                <a:cs typeface="Arial"/>
              </a:defRPr>
            </a:lvl1pPr>
            <a:lvl2pPr algn="l">
              <a:defRPr sz="1200" b="1">
                <a:solidFill>
                  <a:srgbClr val="91D2C5"/>
                </a:solidFill>
                <a:latin typeface="Arial"/>
                <a:ea typeface="Arial"/>
                <a:cs typeface="Arial"/>
              </a:defRPr>
            </a:lvl2pPr>
            <a:lvl3pPr algn="l">
              <a:defRPr sz="1200" b="1">
                <a:solidFill>
                  <a:srgbClr val="91D2C5"/>
                </a:solidFill>
                <a:latin typeface="Arial"/>
                <a:ea typeface="Arial"/>
                <a:cs typeface="Arial"/>
              </a:defRPr>
            </a:lvl3pPr>
            <a:lvl4pPr algn="l">
              <a:defRPr sz="1200" b="1">
                <a:solidFill>
                  <a:srgbClr val="91D2C5"/>
                </a:solidFill>
                <a:latin typeface="Arial"/>
                <a:ea typeface="Arial"/>
                <a:cs typeface="Arial"/>
              </a:defRPr>
            </a:lvl4pPr>
            <a:lvl5pPr algn="l">
              <a:defRPr sz="1200" b="1">
                <a:solidFill>
                  <a:srgbClr val="91D2C5"/>
                </a:solidFill>
                <a:latin typeface="Arial"/>
                <a:ea typeface="Arial"/>
                <a:cs typeface="Arial"/>
              </a:defRPr>
            </a:lvl5pPr>
            <a:lvl6pPr algn="l">
              <a:defRPr sz="1200" b="1">
                <a:solidFill>
                  <a:srgbClr val="91D2C5"/>
                </a:solidFill>
                <a:latin typeface="Arial"/>
                <a:ea typeface="Arial"/>
                <a:cs typeface="Arial"/>
              </a:defRPr>
            </a:lvl6pPr>
            <a:lvl7pPr algn="l">
              <a:defRPr sz="1200" b="1">
                <a:solidFill>
                  <a:srgbClr val="91D2C5"/>
                </a:solidFill>
                <a:latin typeface="Arial"/>
                <a:ea typeface="Arial"/>
                <a:cs typeface="Arial"/>
              </a:defRPr>
            </a:lvl7pPr>
            <a:lvl8pPr algn="l">
              <a:defRPr sz="1200" b="1">
                <a:solidFill>
                  <a:srgbClr val="91D2C5"/>
                </a:solidFill>
                <a:latin typeface="Arial"/>
                <a:ea typeface="Arial"/>
                <a:cs typeface="Arial"/>
              </a:defRPr>
            </a:lvl8pPr>
            <a:lvl9pPr algn="l">
              <a:defRPr sz="1200" b="1">
                <a:solidFill>
                  <a:srgbClr val="91D2C5"/>
                </a:solidFill>
                <a:latin typeface="Arial"/>
                <a:ea typeface="Arial"/>
                <a:cs typeface="Arial"/>
              </a:defRPr>
            </a:lvl9pPr>
          </a:lstStyle>
          <a:p xmlns:a="http://schemas.openxmlformats.org/drawingml/2006/main">
            <a:pPr algn="l">
              <a:lnSpc>
                <a:spcPct val="105000"/>
              </a:lnSpc>
              <a:buNone/>
              <a:defRPr sz="1200" b="1">
                <a:solidFill>
                  <a:srgbClr val="91D2C5"/>
                </a:solidFill>
                <a:latin typeface="Arial"/>
                <a:ea typeface="Arial"/>
                <a:cs typeface="Arial"/>
              </a:defRPr>
            </a:pPr>
            <a:r>
              <a:rPr sz="1200" b="1">
                <a:solidFill>
                  <a:srgbClr val="91D2C5"/>
                </a:solidFill>
                <a:latin typeface="Arial"/>
                <a:ea typeface="Arial"/>
                <a:cs typeface="Arial"/>
              </a:rPr>
              <a:t>INVESTOR DISCUSSION  ·  18 OCTOBER 2026</a:t>
            </a:r>
          </a:p>
        </p:txBody>
      </p:sp>
      <p:sp>
        <p:nvSpPr>
          <p:cNvPr id="7" name="evidence-stack">
            <a:extLst xmlns:a="http://schemas.openxmlformats.org/drawingml/2006/main">
              <a:ext uri="{FF2B5EF4-FFF2-40B4-BE49-F238E27FC236}">
                <a16:creationId xmlns:a16="http://schemas.microsoft.com/office/drawing/2014/main" id="{FBB3F3B6-1C49-4F8F-8181-068CA3504FD5}"/>
              </a:ext>
            </a:extLst>
          </p:cNvPr>
          <p:cNvSpPr>
            <a:spLocks xmlns:a="http://schemas.openxmlformats.org/drawingml/2006/main" noGrp="1"/>
          </p:cNvSpPr>
          <p:nvPr/>
        </p:nvSpPr>
        <p:spPr>
          <a:xfrm xmlns:a="http://schemas.openxmlformats.org/drawingml/2006/main">
            <a:off x="8591550" y="1962150"/>
            <a:ext cx="2762250" cy="2171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D9E9E4"/>
                </a:solidFill>
                <a:latin typeface="Arial"/>
                <a:ea typeface="Arial"/>
                <a:cs typeface="Arial"/>
              </a:defRPr>
            </a:defPPr>
            <a:lvl1pPr algn="l">
              <a:defRPr sz="2100" b="1">
                <a:solidFill>
                  <a:srgbClr val="D9E9E4"/>
                </a:solidFill>
                <a:latin typeface="Arial"/>
                <a:ea typeface="Arial"/>
                <a:cs typeface="Arial"/>
              </a:defRPr>
            </a:lvl1pPr>
            <a:lvl2pPr algn="l">
              <a:defRPr sz="2100" b="1">
                <a:solidFill>
                  <a:srgbClr val="D9E9E4"/>
                </a:solidFill>
                <a:latin typeface="Arial"/>
                <a:ea typeface="Arial"/>
                <a:cs typeface="Arial"/>
              </a:defRPr>
            </a:lvl2pPr>
            <a:lvl3pPr algn="l">
              <a:defRPr sz="2100" b="1">
                <a:solidFill>
                  <a:srgbClr val="D9E9E4"/>
                </a:solidFill>
                <a:latin typeface="Arial"/>
                <a:ea typeface="Arial"/>
                <a:cs typeface="Arial"/>
              </a:defRPr>
            </a:lvl3pPr>
            <a:lvl4pPr algn="l">
              <a:defRPr sz="2100" b="1">
                <a:solidFill>
                  <a:srgbClr val="D9E9E4"/>
                </a:solidFill>
                <a:latin typeface="Arial"/>
                <a:ea typeface="Arial"/>
                <a:cs typeface="Arial"/>
              </a:defRPr>
            </a:lvl4pPr>
            <a:lvl5pPr algn="l">
              <a:defRPr sz="2100" b="1">
                <a:solidFill>
                  <a:srgbClr val="D9E9E4"/>
                </a:solidFill>
                <a:latin typeface="Arial"/>
                <a:ea typeface="Arial"/>
                <a:cs typeface="Arial"/>
              </a:defRPr>
            </a:lvl5pPr>
            <a:lvl6pPr algn="l">
              <a:defRPr sz="2100" b="1">
                <a:solidFill>
                  <a:srgbClr val="D9E9E4"/>
                </a:solidFill>
                <a:latin typeface="Arial"/>
                <a:ea typeface="Arial"/>
                <a:cs typeface="Arial"/>
              </a:defRPr>
            </a:lvl6pPr>
            <a:lvl7pPr algn="l">
              <a:defRPr sz="2100" b="1">
                <a:solidFill>
                  <a:srgbClr val="D9E9E4"/>
                </a:solidFill>
                <a:latin typeface="Arial"/>
                <a:ea typeface="Arial"/>
                <a:cs typeface="Arial"/>
              </a:defRPr>
            </a:lvl7pPr>
            <a:lvl8pPr algn="l">
              <a:defRPr sz="2100" b="1">
                <a:solidFill>
                  <a:srgbClr val="D9E9E4"/>
                </a:solidFill>
                <a:latin typeface="Arial"/>
                <a:ea typeface="Arial"/>
                <a:cs typeface="Arial"/>
              </a:defRPr>
            </a:lvl8pPr>
            <a:lvl9pPr algn="l">
              <a:defRPr sz="2100" b="1">
                <a:solidFill>
                  <a:srgbClr val="D9E9E4"/>
                </a:solidFill>
                <a:latin typeface="Arial"/>
                <a:ea typeface="Arial"/>
                <a:cs typeface="Arial"/>
              </a:defRPr>
            </a:lvl9pPr>
          </a:lstStyle>
          <a:p xmlns:a="http://schemas.openxmlformats.org/drawingml/2006/main">
            <a:pPr algn="l">
              <a:lnSpc>
                <a:spcPct val="118000"/>
              </a:lnSpc>
              <a:buNone/>
              <a:defRPr sz="2100" b="1">
                <a:solidFill>
                  <a:srgbClr val="D9E9E4"/>
                </a:solidFill>
                <a:latin typeface="Arial"/>
                <a:ea typeface="Arial"/>
                <a:cs typeface="Arial"/>
              </a:defRPr>
            </a:pPr>
            <a:r>
              <a:rPr sz="2100" b="1">
                <a:solidFill>
                  <a:srgbClr val="D9E9E4"/>
                </a:solidFill>
                <a:latin typeface="Arial"/>
                <a:ea typeface="Arial"/>
                <a:cs typeface="Arial"/>
              </a:rPr>
              <a:t>SOURCE</a:t>
            </a:r>
          </a:p>
          <a:p xmlns:a="http://schemas.openxmlformats.org/drawingml/2006/main">
            <a:pPr algn="l">
              <a:lnSpc>
                <a:spcPct val="118000"/>
              </a:lnSpc>
              <a:buNone/>
              <a:defRPr sz="2100" b="1">
                <a:solidFill>
                  <a:srgbClr val="D9E9E4"/>
                </a:solidFill>
                <a:latin typeface="Arial"/>
                <a:ea typeface="Arial"/>
                <a:cs typeface="Arial"/>
              </a:defRPr>
            </a:pPr>
            <a:r>
              <a:rPr sz="2100" b="1">
                <a:solidFill>
                  <a:srgbClr val="D9E9E4"/>
                </a:solidFill>
                <a:latin typeface="Arial"/>
                <a:ea typeface="Arial"/>
                <a:cs typeface="Arial"/>
              </a:rPr>
              <a:t>DATE</a:t>
            </a:r>
          </a:p>
          <a:p xmlns:a="http://schemas.openxmlformats.org/drawingml/2006/main">
            <a:pPr algn="l">
              <a:lnSpc>
                <a:spcPct val="118000"/>
              </a:lnSpc>
              <a:buNone/>
              <a:defRPr sz="2100" b="1">
                <a:solidFill>
                  <a:srgbClr val="D9E9E4"/>
                </a:solidFill>
                <a:latin typeface="Arial"/>
                <a:ea typeface="Arial"/>
                <a:cs typeface="Arial"/>
              </a:defRPr>
            </a:pPr>
            <a:r>
              <a:rPr sz="2100" b="1">
                <a:solidFill>
                  <a:srgbClr val="D9E9E4"/>
                </a:solidFill>
                <a:latin typeface="Arial"/>
                <a:ea typeface="Arial"/>
                <a:cs typeface="Arial"/>
              </a:rPr>
              <a:t>PASSAGE</a:t>
            </a:r>
          </a:p>
          <a:p xmlns:a="http://schemas.openxmlformats.org/drawingml/2006/main">
            <a:pPr algn="l">
              <a:lnSpc>
                <a:spcPct val="118000"/>
              </a:lnSpc>
              <a:buNone/>
              <a:defRPr sz="2100" b="1">
                <a:solidFill>
                  <a:srgbClr val="D9E9E4"/>
                </a:solidFill>
                <a:latin typeface="Arial"/>
                <a:ea typeface="Arial"/>
                <a:cs typeface="Arial"/>
              </a:defRPr>
            </a:pPr>
            <a:r>
              <a:rPr sz="2100" b="1">
                <a:solidFill>
                  <a:srgbClr val="D9E9E4"/>
                </a:solidFill>
                <a:latin typeface="Arial"/>
                <a:ea typeface="Arial"/>
                <a:cs typeface="Arial"/>
              </a:rPr>
              <a:t>REVIEW</a:t>
            </a:r>
          </a:p>
        </p:txBody>
      </p:sp>
      <p:sp>
        <p:nvSpPr>
          <p:cNvPr id="8" name="cover-footnote">
            <a:extLst xmlns:a="http://schemas.openxmlformats.org/drawingml/2006/main">
              <a:ext uri="{FF2B5EF4-FFF2-40B4-BE49-F238E27FC236}">
                <a16:creationId xmlns:a16="http://schemas.microsoft.com/office/drawing/2014/main" id="{298D6516-B511-4D20-980E-3EA8D61DDD0A}"/>
              </a:ext>
            </a:extLst>
          </p:cNvPr>
          <p:cNvSpPr>
            <a:spLocks xmlns:a="http://schemas.openxmlformats.org/drawingml/2006/main" noGrp="1"/>
          </p:cNvSpPr>
          <p:nvPr/>
        </p:nvSpPr>
        <p:spPr>
          <a:xfrm xmlns:a="http://schemas.openxmlformats.org/drawingml/2006/main">
            <a:off x="8591550" y="4686300"/>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9DB2B2"/>
                </a:solidFill>
                <a:latin typeface="Arial"/>
                <a:ea typeface="Arial"/>
                <a:cs typeface="Arial"/>
              </a:defRPr>
            </a:defPPr>
            <a:lvl1pPr algn="l">
              <a:defRPr sz="1275" b="0">
                <a:solidFill>
                  <a:srgbClr val="9DB2B2"/>
                </a:solidFill>
                <a:latin typeface="Arial"/>
                <a:ea typeface="Arial"/>
                <a:cs typeface="Arial"/>
              </a:defRPr>
            </a:lvl1pPr>
            <a:lvl2pPr algn="l">
              <a:defRPr sz="1275" b="0">
                <a:solidFill>
                  <a:srgbClr val="9DB2B2"/>
                </a:solidFill>
                <a:latin typeface="Arial"/>
                <a:ea typeface="Arial"/>
                <a:cs typeface="Arial"/>
              </a:defRPr>
            </a:lvl2pPr>
            <a:lvl3pPr algn="l">
              <a:defRPr sz="1275" b="0">
                <a:solidFill>
                  <a:srgbClr val="9DB2B2"/>
                </a:solidFill>
                <a:latin typeface="Arial"/>
                <a:ea typeface="Arial"/>
                <a:cs typeface="Arial"/>
              </a:defRPr>
            </a:lvl3pPr>
            <a:lvl4pPr algn="l">
              <a:defRPr sz="1275" b="0">
                <a:solidFill>
                  <a:srgbClr val="9DB2B2"/>
                </a:solidFill>
                <a:latin typeface="Arial"/>
                <a:ea typeface="Arial"/>
                <a:cs typeface="Arial"/>
              </a:defRPr>
            </a:lvl4pPr>
            <a:lvl5pPr algn="l">
              <a:defRPr sz="1275" b="0">
                <a:solidFill>
                  <a:srgbClr val="9DB2B2"/>
                </a:solidFill>
                <a:latin typeface="Arial"/>
                <a:ea typeface="Arial"/>
                <a:cs typeface="Arial"/>
              </a:defRPr>
            </a:lvl5pPr>
            <a:lvl6pPr algn="l">
              <a:defRPr sz="1275" b="0">
                <a:solidFill>
                  <a:srgbClr val="9DB2B2"/>
                </a:solidFill>
                <a:latin typeface="Arial"/>
                <a:ea typeface="Arial"/>
                <a:cs typeface="Arial"/>
              </a:defRPr>
            </a:lvl6pPr>
            <a:lvl7pPr algn="l">
              <a:defRPr sz="1275" b="0">
                <a:solidFill>
                  <a:srgbClr val="9DB2B2"/>
                </a:solidFill>
                <a:latin typeface="Arial"/>
                <a:ea typeface="Arial"/>
                <a:cs typeface="Arial"/>
              </a:defRPr>
            </a:lvl7pPr>
            <a:lvl8pPr algn="l">
              <a:defRPr sz="1275" b="0">
                <a:solidFill>
                  <a:srgbClr val="9DB2B2"/>
                </a:solidFill>
                <a:latin typeface="Arial"/>
                <a:ea typeface="Arial"/>
                <a:cs typeface="Arial"/>
              </a:defRPr>
            </a:lvl8pPr>
            <a:lvl9pPr algn="l">
              <a:defRPr sz="1275" b="0">
                <a:solidFill>
                  <a:srgbClr val="9DB2B2"/>
                </a:solidFill>
                <a:latin typeface="Arial"/>
                <a:ea typeface="Arial"/>
                <a:cs typeface="Arial"/>
              </a:defRPr>
            </a:lvl9pPr>
          </a:lstStyle>
          <a:p xmlns:a="http://schemas.openxmlformats.org/drawingml/2006/main">
            <a:pPr algn="l">
              <a:lnSpc>
                <a:spcPct val="108000"/>
              </a:lnSpc>
              <a:buNone/>
              <a:defRPr sz="1275" b="0">
                <a:solidFill>
                  <a:srgbClr val="9DB2B2"/>
                </a:solidFill>
                <a:latin typeface="Arial"/>
                <a:ea typeface="Arial"/>
                <a:cs typeface="Arial"/>
              </a:defRPr>
            </a:pPr>
            <a:r>
              <a:rPr sz="1275" b="0">
                <a:solidFill>
                  <a:srgbClr val="9DB2B2"/>
                </a:solidFill>
                <a:latin typeface="Arial"/>
                <a:ea typeface="Arial"/>
                <a:cs typeface="Arial"/>
              </a:rPr>
              <a:t>Current product foundation</a:t>
            </a:r>
          </a:p>
          <a:p xmlns:a="http://schemas.openxmlformats.org/drawingml/2006/main">
            <a:pPr algn="l">
              <a:lnSpc>
                <a:spcPct val="108000"/>
              </a:lnSpc>
              <a:buNone/>
              <a:defRPr sz="1275" b="0">
                <a:solidFill>
                  <a:srgbClr val="9DB2B2"/>
                </a:solidFill>
                <a:latin typeface="Arial"/>
                <a:ea typeface="Arial"/>
                <a:cs typeface="Arial"/>
              </a:defRPr>
            </a:pPr>
            <a:r>
              <a:rPr sz="1275" b="0">
                <a:solidFill>
                  <a:srgbClr val="9DB2B2"/>
                </a:solidFill>
                <a:latin typeface="Arial"/>
                <a:ea typeface="Arial"/>
                <a:cs typeface="Arial"/>
              </a:rPr>
              <a:t>Evidence layer in development</a:t>
            </a:r>
          </a:p>
        </p:txBody>
      </p:sp>
    </p:spTree>
    <p:extLst>
      <p:ext uri="{BB962C8B-B14F-4D97-AF65-F5344CB8AC3E}">
        <p14:creationId xmlns:p14="http://schemas.microsoft.com/office/powerpoint/2010/main" val="690892855"/>
      </p:ext>
    </p:extLst>
  </p:cSld>
</p:sld>
</file>

<file path=ppt/slides/slide2.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22" name="section-label">
            <a:extLst xmlns:a="http://schemas.openxmlformats.org/drawingml/2006/main">
              <a:ext uri="{FF2B5EF4-FFF2-40B4-BE49-F238E27FC236}">
                <a16:creationId xmlns:a16="http://schemas.microsoft.com/office/drawing/2014/main" id="{CA236E00-3300-46C7-AA24-3D61FD0FF222}"/>
              </a:ext>
            </a:extLst>
          </p:cNvPr>
          <p:cNvSpPr>
            <a:spLocks xmlns:a="http://schemas.openxmlformats.org/drawingml/2006/main" noGrp="1"/>
          </p:cNvSpPr>
          <p:nvPr/>
        </p:nvSpPr>
        <p:spPr>
          <a:xfrm xmlns:a="http://schemas.openxmlformats.org/drawingml/2006/main">
            <a:off x="685800" y="4381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87F82"/>
                </a:solidFill>
                <a:latin typeface="Arial"/>
                <a:ea typeface="Arial"/>
                <a:cs typeface="Arial"/>
              </a:defRPr>
            </a:defPPr>
            <a:lvl1pPr algn="l">
              <a:defRPr sz="1125" b="1">
                <a:solidFill>
                  <a:srgbClr val="087F82"/>
                </a:solidFill>
                <a:latin typeface="Arial"/>
                <a:ea typeface="Arial"/>
                <a:cs typeface="Arial"/>
              </a:defRPr>
            </a:lvl1pPr>
            <a:lvl2pPr algn="l">
              <a:defRPr sz="1125" b="1">
                <a:solidFill>
                  <a:srgbClr val="087F82"/>
                </a:solidFill>
                <a:latin typeface="Arial"/>
                <a:ea typeface="Arial"/>
                <a:cs typeface="Arial"/>
              </a:defRPr>
            </a:lvl2pPr>
            <a:lvl3pPr algn="l">
              <a:defRPr sz="1125" b="1">
                <a:solidFill>
                  <a:srgbClr val="087F82"/>
                </a:solidFill>
                <a:latin typeface="Arial"/>
                <a:ea typeface="Arial"/>
                <a:cs typeface="Arial"/>
              </a:defRPr>
            </a:lvl3pPr>
            <a:lvl4pPr algn="l">
              <a:defRPr sz="1125" b="1">
                <a:solidFill>
                  <a:srgbClr val="087F82"/>
                </a:solidFill>
                <a:latin typeface="Arial"/>
                <a:ea typeface="Arial"/>
                <a:cs typeface="Arial"/>
              </a:defRPr>
            </a:lvl4pPr>
            <a:lvl5pPr algn="l">
              <a:defRPr sz="1125" b="1">
                <a:solidFill>
                  <a:srgbClr val="087F82"/>
                </a:solidFill>
                <a:latin typeface="Arial"/>
                <a:ea typeface="Arial"/>
                <a:cs typeface="Arial"/>
              </a:defRPr>
            </a:lvl5pPr>
            <a:lvl6pPr algn="l">
              <a:defRPr sz="1125" b="1">
                <a:solidFill>
                  <a:srgbClr val="087F82"/>
                </a:solidFill>
                <a:latin typeface="Arial"/>
                <a:ea typeface="Arial"/>
                <a:cs typeface="Arial"/>
              </a:defRPr>
            </a:lvl6pPr>
            <a:lvl7pPr algn="l">
              <a:defRPr sz="1125" b="1">
                <a:solidFill>
                  <a:srgbClr val="087F82"/>
                </a:solidFill>
                <a:latin typeface="Arial"/>
                <a:ea typeface="Arial"/>
                <a:cs typeface="Arial"/>
              </a:defRPr>
            </a:lvl7pPr>
            <a:lvl8pPr algn="l">
              <a:defRPr sz="1125" b="1">
                <a:solidFill>
                  <a:srgbClr val="087F82"/>
                </a:solidFill>
                <a:latin typeface="Arial"/>
                <a:ea typeface="Arial"/>
                <a:cs typeface="Arial"/>
              </a:defRPr>
            </a:lvl8pPr>
            <a:lvl9pPr algn="l">
              <a:defRPr sz="1125" b="1">
                <a:solidFill>
                  <a:srgbClr val="087F82"/>
                </a:solidFill>
                <a:latin typeface="Arial"/>
                <a:ea typeface="Arial"/>
                <a:cs typeface="Arial"/>
              </a:defRPr>
            </a:lvl9pPr>
          </a:lstStyle>
          <a:p xmlns:a="http://schemas.openxmlformats.org/drawingml/2006/main">
            <a:pPr algn="l">
              <a:lnSpc>
                <a:spcPct val="105000"/>
              </a:lnSpc>
              <a:buNone/>
              <a:defRPr sz="1125" b="1">
                <a:solidFill>
                  <a:srgbClr val="087F82"/>
                </a:solidFill>
                <a:latin typeface="Arial"/>
                <a:ea typeface="Arial"/>
                <a:cs typeface="Arial"/>
              </a:defRPr>
            </a:pPr>
            <a:r>
              <a:rPr sz="1125" b="1">
                <a:solidFill>
                  <a:srgbClr val="087F82"/>
                </a:solidFill>
                <a:latin typeface="Arial"/>
                <a:ea typeface="Arial"/>
                <a:cs typeface="Arial"/>
              </a:rPr>
              <a:t>THE PROBLEM</a:t>
            </a:r>
          </a:p>
        </p:txBody>
      </p:sp>
      <p:sp>
        <p:nvSpPr>
          <p:cNvPr id="2" name="slide-title">
            <a:extLst xmlns:a="http://schemas.openxmlformats.org/drawingml/2006/main">
              <a:ext uri="{FF2B5EF4-FFF2-40B4-BE49-F238E27FC236}">
                <a16:creationId xmlns:a16="http://schemas.microsoft.com/office/drawing/2014/main" id="{967CAFAB-EDC0-456F-85B3-EC2CDDF70963}"/>
              </a:ext>
            </a:extLst>
          </p:cNvPr>
          <p:cNvSpPr>
            <a:spLocks xmlns:a="http://schemas.openxmlformats.org/drawingml/2006/main" noGrp="1"/>
          </p:cNvSpPr>
          <p:nvPr/>
        </p:nvSpPr>
        <p:spPr>
          <a:xfrm xmlns:a="http://schemas.openxmlformats.org/drawingml/2006/main">
            <a:off x="685800" y="790575"/>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2A35"/>
                </a:solidFill>
                <a:latin typeface="Arial"/>
                <a:ea typeface="Arial"/>
                <a:cs typeface="Arial"/>
              </a:defRPr>
            </a:defPPr>
            <a:lvl1pPr algn="l">
              <a:defRPr sz="3225" b="1">
                <a:solidFill>
                  <a:srgbClr val="102A35"/>
                </a:solidFill>
                <a:latin typeface="Arial"/>
                <a:ea typeface="Arial"/>
                <a:cs typeface="Arial"/>
              </a:defRPr>
            </a:lvl1pPr>
            <a:lvl2pPr algn="l">
              <a:defRPr sz="3225" b="1">
                <a:solidFill>
                  <a:srgbClr val="102A35"/>
                </a:solidFill>
                <a:latin typeface="Arial"/>
                <a:ea typeface="Arial"/>
                <a:cs typeface="Arial"/>
              </a:defRPr>
            </a:lvl2pPr>
            <a:lvl3pPr algn="l">
              <a:defRPr sz="3225" b="1">
                <a:solidFill>
                  <a:srgbClr val="102A35"/>
                </a:solidFill>
                <a:latin typeface="Arial"/>
                <a:ea typeface="Arial"/>
                <a:cs typeface="Arial"/>
              </a:defRPr>
            </a:lvl3pPr>
            <a:lvl4pPr algn="l">
              <a:defRPr sz="3225" b="1">
                <a:solidFill>
                  <a:srgbClr val="102A35"/>
                </a:solidFill>
                <a:latin typeface="Arial"/>
                <a:ea typeface="Arial"/>
                <a:cs typeface="Arial"/>
              </a:defRPr>
            </a:lvl4pPr>
            <a:lvl5pPr algn="l">
              <a:defRPr sz="3225" b="1">
                <a:solidFill>
                  <a:srgbClr val="102A35"/>
                </a:solidFill>
                <a:latin typeface="Arial"/>
                <a:ea typeface="Arial"/>
                <a:cs typeface="Arial"/>
              </a:defRPr>
            </a:lvl5pPr>
            <a:lvl6pPr algn="l">
              <a:defRPr sz="3225" b="1">
                <a:solidFill>
                  <a:srgbClr val="102A35"/>
                </a:solidFill>
                <a:latin typeface="Arial"/>
                <a:ea typeface="Arial"/>
                <a:cs typeface="Arial"/>
              </a:defRPr>
            </a:lvl6pPr>
            <a:lvl7pPr algn="l">
              <a:defRPr sz="3225" b="1">
                <a:solidFill>
                  <a:srgbClr val="102A35"/>
                </a:solidFill>
                <a:latin typeface="Arial"/>
                <a:ea typeface="Arial"/>
                <a:cs typeface="Arial"/>
              </a:defRPr>
            </a:lvl7pPr>
            <a:lvl8pPr algn="l">
              <a:defRPr sz="3225" b="1">
                <a:solidFill>
                  <a:srgbClr val="102A35"/>
                </a:solidFill>
                <a:latin typeface="Arial"/>
                <a:ea typeface="Arial"/>
                <a:cs typeface="Arial"/>
              </a:defRPr>
            </a:lvl8pPr>
            <a:lvl9pPr algn="l">
              <a:defRPr sz="3225" b="1">
                <a:solidFill>
                  <a:srgbClr val="102A35"/>
                </a:solidFill>
                <a:latin typeface="Arial"/>
                <a:ea typeface="Arial"/>
                <a:cs typeface="Arial"/>
              </a:defRPr>
            </a:lvl9pPr>
          </a:lstStyle>
          <a:p xmlns:a="http://schemas.openxmlformats.org/drawingml/2006/main">
            <a:pPr algn="l">
              <a:lnSpc>
                <a:spcPct val="98000"/>
              </a:lnSpc>
              <a:buNone/>
              <a:defRPr sz="3225" b="1">
                <a:solidFill>
                  <a:srgbClr val="102A35"/>
                </a:solidFill>
                <a:latin typeface="Arial"/>
                <a:ea typeface="Arial"/>
                <a:cs typeface="Arial"/>
              </a:defRPr>
            </a:pPr>
            <a:r>
              <a:rPr sz="3225" b="1">
                <a:solidFill>
                  <a:srgbClr val="102A35"/>
                </a:solidFill>
                <a:latin typeface="Arial"/>
                <a:ea typeface="Arial"/>
                <a:cs typeface="Arial"/>
              </a:rPr>
              <a:t>Legal work depends on context</a:t>
            </a:r>
          </a:p>
        </p:txBody>
      </p:sp>
      <p:sp>
        <p:nvSpPr>
          <p:cNvPr id="3" name="intro">
            <a:extLst xmlns:a="http://schemas.openxmlformats.org/drawingml/2006/main">
              <a:ext uri="{FF2B5EF4-FFF2-40B4-BE49-F238E27FC236}">
                <a16:creationId xmlns:a16="http://schemas.microsoft.com/office/drawing/2014/main" id="{D6F99E33-6B32-47DE-8587-13AD3ED6CA12}"/>
              </a:ext>
            </a:extLst>
          </p:cNvPr>
          <p:cNvSpPr>
            <a:spLocks xmlns:a="http://schemas.openxmlformats.org/drawingml/2006/main" noGrp="1"/>
          </p:cNvSpPr>
          <p:nvPr/>
        </p:nvSpPr>
        <p:spPr>
          <a:xfrm xmlns:a="http://schemas.openxmlformats.org/drawingml/2006/main">
            <a:off x="704850" y="1809750"/>
            <a:ext cx="1057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45606A"/>
                </a:solidFill>
                <a:latin typeface="Arial"/>
                <a:ea typeface="Arial"/>
                <a:cs typeface="Arial"/>
              </a:defRPr>
            </a:defPPr>
            <a:lvl1pPr algn="l">
              <a:defRPr sz="2100" b="1">
                <a:solidFill>
                  <a:srgbClr val="45606A"/>
                </a:solidFill>
                <a:latin typeface="Arial"/>
                <a:ea typeface="Arial"/>
                <a:cs typeface="Arial"/>
              </a:defRPr>
            </a:lvl1pPr>
            <a:lvl2pPr algn="l">
              <a:defRPr sz="2100" b="1">
                <a:solidFill>
                  <a:srgbClr val="45606A"/>
                </a:solidFill>
                <a:latin typeface="Arial"/>
                <a:ea typeface="Arial"/>
                <a:cs typeface="Arial"/>
              </a:defRPr>
            </a:lvl2pPr>
            <a:lvl3pPr algn="l">
              <a:defRPr sz="2100" b="1">
                <a:solidFill>
                  <a:srgbClr val="45606A"/>
                </a:solidFill>
                <a:latin typeface="Arial"/>
                <a:ea typeface="Arial"/>
                <a:cs typeface="Arial"/>
              </a:defRPr>
            </a:lvl3pPr>
            <a:lvl4pPr algn="l">
              <a:defRPr sz="2100" b="1">
                <a:solidFill>
                  <a:srgbClr val="45606A"/>
                </a:solidFill>
                <a:latin typeface="Arial"/>
                <a:ea typeface="Arial"/>
                <a:cs typeface="Arial"/>
              </a:defRPr>
            </a:lvl4pPr>
            <a:lvl5pPr algn="l">
              <a:defRPr sz="2100" b="1">
                <a:solidFill>
                  <a:srgbClr val="45606A"/>
                </a:solidFill>
                <a:latin typeface="Arial"/>
                <a:ea typeface="Arial"/>
                <a:cs typeface="Arial"/>
              </a:defRPr>
            </a:lvl5pPr>
            <a:lvl6pPr algn="l">
              <a:defRPr sz="2100" b="1">
                <a:solidFill>
                  <a:srgbClr val="45606A"/>
                </a:solidFill>
                <a:latin typeface="Arial"/>
                <a:ea typeface="Arial"/>
                <a:cs typeface="Arial"/>
              </a:defRPr>
            </a:lvl6pPr>
            <a:lvl7pPr algn="l">
              <a:defRPr sz="2100" b="1">
                <a:solidFill>
                  <a:srgbClr val="45606A"/>
                </a:solidFill>
                <a:latin typeface="Arial"/>
                <a:ea typeface="Arial"/>
                <a:cs typeface="Arial"/>
              </a:defRPr>
            </a:lvl7pPr>
            <a:lvl8pPr algn="l">
              <a:defRPr sz="2100" b="1">
                <a:solidFill>
                  <a:srgbClr val="45606A"/>
                </a:solidFill>
                <a:latin typeface="Arial"/>
                <a:ea typeface="Arial"/>
                <a:cs typeface="Arial"/>
              </a:defRPr>
            </a:lvl8pPr>
            <a:lvl9pPr algn="l">
              <a:defRPr sz="2100" b="1">
                <a:solidFill>
                  <a:srgbClr val="45606A"/>
                </a:solidFill>
                <a:latin typeface="Arial"/>
                <a:ea typeface="Arial"/>
                <a:cs typeface="Arial"/>
              </a:defRPr>
            </a:lvl9pPr>
          </a:lstStyle>
          <a:p xmlns:a="http://schemas.openxmlformats.org/drawingml/2006/main">
            <a:pPr algn="l">
              <a:lnSpc>
                <a:spcPct val="105000"/>
              </a:lnSpc>
              <a:buNone/>
              <a:defRPr sz="2100" b="1">
                <a:solidFill>
                  <a:srgbClr val="45606A"/>
                </a:solidFill>
                <a:latin typeface="Arial"/>
                <a:ea typeface="Arial"/>
                <a:cs typeface="Arial"/>
              </a:defRPr>
            </a:pPr>
            <a:r>
              <a:rPr sz="2100" b="1">
                <a:solidFill>
                  <a:srgbClr val="45606A"/>
                </a:solidFill>
                <a:latin typeface="Arial"/>
                <a:ea typeface="Arial"/>
                <a:cs typeface="Arial"/>
              </a:rPr>
              <a:t>A useful answer has to get more than the words right.</a:t>
            </a:r>
          </a:p>
        </p:txBody>
      </p:sp>
      <p:sp>
        <p:nvSpPr>
          <p:cNvPr id="4" name="problem-num-0">
            <a:extLst xmlns:a="http://schemas.openxmlformats.org/drawingml/2006/main">
              <a:ext uri="{FF2B5EF4-FFF2-40B4-BE49-F238E27FC236}">
                <a16:creationId xmlns:a16="http://schemas.microsoft.com/office/drawing/2014/main" id="{0F18E47B-CE32-481B-BF26-0CEF61205D21}"/>
              </a:ext>
            </a:extLst>
          </p:cNvPr>
          <p:cNvSpPr>
            <a:spLocks xmlns:a="http://schemas.openxmlformats.org/drawingml/2006/main" noGrp="1"/>
          </p:cNvSpPr>
          <p:nvPr/>
        </p:nvSpPr>
        <p:spPr>
          <a:xfrm xmlns:a="http://schemas.openxmlformats.org/drawingml/2006/main">
            <a:off x="723900" y="2647950"/>
            <a:ext cx="60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87F82"/>
                </a:solidFill>
                <a:latin typeface="Arial"/>
                <a:ea typeface="Arial"/>
                <a:cs typeface="Arial"/>
              </a:defRPr>
            </a:defPPr>
            <a:lvl1pPr algn="l">
              <a:defRPr sz="1350" b="1">
                <a:solidFill>
                  <a:srgbClr val="087F82"/>
                </a:solidFill>
                <a:latin typeface="Arial"/>
                <a:ea typeface="Arial"/>
                <a:cs typeface="Arial"/>
              </a:defRPr>
            </a:lvl1pPr>
            <a:lvl2pPr algn="l">
              <a:defRPr sz="1350" b="1">
                <a:solidFill>
                  <a:srgbClr val="087F82"/>
                </a:solidFill>
                <a:latin typeface="Arial"/>
                <a:ea typeface="Arial"/>
                <a:cs typeface="Arial"/>
              </a:defRPr>
            </a:lvl2pPr>
            <a:lvl3pPr algn="l">
              <a:defRPr sz="1350" b="1">
                <a:solidFill>
                  <a:srgbClr val="087F82"/>
                </a:solidFill>
                <a:latin typeface="Arial"/>
                <a:ea typeface="Arial"/>
                <a:cs typeface="Arial"/>
              </a:defRPr>
            </a:lvl3pPr>
            <a:lvl4pPr algn="l">
              <a:defRPr sz="1350" b="1">
                <a:solidFill>
                  <a:srgbClr val="087F82"/>
                </a:solidFill>
                <a:latin typeface="Arial"/>
                <a:ea typeface="Arial"/>
                <a:cs typeface="Arial"/>
              </a:defRPr>
            </a:lvl4pPr>
            <a:lvl5pPr algn="l">
              <a:defRPr sz="1350" b="1">
                <a:solidFill>
                  <a:srgbClr val="087F82"/>
                </a:solidFill>
                <a:latin typeface="Arial"/>
                <a:ea typeface="Arial"/>
                <a:cs typeface="Arial"/>
              </a:defRPr>
            </a:lvl5pPr>
            <a:lvl6pPr algn="l">
              <a:defRPr sz="1350" b="1">
                <a:solidFill>
                  <a:srgbClr val="087F82"/>
                </a:solidFill>
                <a:latin typeface="Arial"/>
                <a:ea typeface="Arial"/>
                <a:cs typeface="Arial"/>
              </a:defRPr>
            </a:lvl6pPr>
            <a:lvl7pPr algn="l">
              <a:defRPr sz="1350" b="1">
                <a:solidFill>
                  <a:srgbClr val="087F82"/>
                </a:solidFill>
                <a:latin typeface="Arial"/>
                <a:ea typeface="Arial"/>
                <a:cs typeface="Arial"/>
              </a:defRPr>
            </a:lvl7pPr>
            <a:lvl8pPr algn="l">
              <a:defRPr sz="1350" b="1">
                <a:solidFill>
                  <a:srgbClr val="087F82"/>
                </a:solidFill>
                <a:latin typeface="Arial"/>
                <a:ea typeface="Arial"/>
                <a:cs typeface="Arial"/>
              </a:defRPr>
            </a:lvl8pPr>
            <a:lvl9pPr algn="l">
              <a:defRPr sz="1350" b="1">
                <a:solidFill>
                  <a:srgbClr val="087F82"/>
                </a:solidFill>
                <a:latin typeface="Arial"/>
                <a:ea typeface="Arial"/>
                <a:cs typeface="Arial"/>
              </a:defRPr>
            </a:lvl9pPr>
          </a:lstStyle>
          <a:p xmlns:a="http://schemas.openxmlformats.org/drawingml/2006/main">
            <a:pPr algn="l">
              <a:lnSpc>
                <a:spcPct val="105000"/>
              </a:lnSpc>
              <a:buNone/>
              <a:defRPr sz="1350" b="1">
                <a:solidFill>
                  <a:srgbClr val="087F82"/>
                </a:solidFill>
                <a:latin typeface="Arial"/>
                <a:ea typeface="Arial"/>
                <a:cs typeface="Arial"/>
              </a:defRPr>
            </a:pPr>
            <a:r>
              <a:rPr sz="1350" b="1">
                <a:solidFill>
                  <a:srgbClr val="087F82"/>
                </a:solidFill>
                <a:latin typeface="Arial"/>
                <a:ea typeface="Arial"/>
                <a:cs typeface="Arial"/>
              </a:rPr>
              <a:t>01</a:t>
            </a:r>
          </a:p>
        </p:txBody>
      </p:sp>
      <p:sp>
        <p:nvSpPr>
          <p:cNvPr id="5" name="divider">
            <a:extLst xmlns:a="http://schemas.openxmlformats.org/drawingml/2006/main">
              <a:ext uri="{FF2B5EF4-FFF2-40B4-BE49-F238E27FC236}">
                <a16:creationId xmlns:a16="http://schemas.microsoft.com/office/drawing/2014/main" id="{8E90CD5A-9954-4869-9C75-D5331EC79029}"/>
              </a:ext>
            </a:extLst>
          </p:cNvPr>
          <p:cNvSpPr>
            <a:spLocks xmlns:a="http://schemas.openxmlformats.org/drawingml/2006/main" noGrp="1"/>
          </p:cNvSpPr>
          <p:nvPr/>
        </p:nvSpPr>
        <p:spPr>
          <a:xfrm xmlns:a="http://schemas.openxmlformats.org/drawingml/2006/main">
            <a:off x="723900" y="3067050"/>
            <a:ext cx="2381250" cy="19050"/>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6" name="problem-head-0">
            <a:extLst xmlns:a="http://schemas.openxmlformats.org/drawingml/2006/main">
              <a:ext uri="{FF2B5EF4-FFF2-40B4-BE49-F238E27FC236}">
                <a16:creationId xmlns:a16="http://schemas.microsoft.com/office/drawing/2014/main" id="{C0A3618C-F672-4CE0-B3B7-B849CB34726E}"/>
              </a:ext>
            </a:extLst>
          </p:cNvPr>
          <p:cNvSpPr>
            <a:spLocks xmlns:a="http://schemas.openxmlformats.org/drawingml/2006/main" noGrp="1"/>
          </p:cNvSpPr>
          <p:nvPr/>
        </p:nvSpPr>
        <p:spPr>
          <a:xfrm xmlns:a="http://schemas.openxmlformats.org/drawingml/2006/main">
            <a:off x="723900" y="32956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2A35"/>
                </a:solidFill>
                <a:latin typeface="Arial"/>
                <a:ea typeface="Arial"/>
                <a:cs typeface="Arial"/>
              </a:defRPr>
            </a:defPPr>
            <a:lvl1pPr algn="l">
              <a:defRPr sz="1875" b="1">
                <a:solidFill>
                  <a:srgbClr val="102A35"/>
                </a:solidFill>
                <a:latin typeface="Arial"/>
                <a:ea typeface="Arial"/>
                <a:cs typeface="Arial"/>
              </a:defRPr>
            </a:lvl1pPr>
            <a:lvl2pPr algn="l">
              <a:defRPr sz="1875" b="1">
                <a:solidFill>
                  <a:srgbClr val="102A35"/>
                </a:solidFill>
                <a:latin typeface="Arial"/>
                <a:ea typeface="Arial"/>
                <a:cs typeface="Arial"/>
              </a:defRPr>
            </a:lvl2pPr>
            <a:lvl3pPr algn="l">
              <a:defRPr sz="1875" b="1">
                <a:solidFill>
                  <a:srgbClr val="102A35"/>
                </a:solidFill>
                <a:latin typeface="Arial"/>
                <a:ea typeface="Arial"/>
                <a:cs typeface="Arial"/>
              </a:defRPr>
            </a:lvl3pPr>
            <a:lvl4pPr algn="l">
              <a:defRPr sz="1875" b="1">
                <a:solidFill>
                  <a:srgbClr val="102A35"/>
                </a:solidFill>
                <a:latin typeface="Arial"/>
                <a:ea typeface="Arial"/>
                <a:cs typeface="Arial"/>
              </a:defRPr>
            </a:lvl4pPr>
            <a:lvl5pPr algn="l">
              <a:defRPr sz="1875" b="1">
                <a:solidFill>
                  <a:srgbClr val="102A35"/>
                </a:solidFill>
                <a:latin typeface="Arial"/>
                <a:ea typeface="Arial"/>
                <a:cs typeface="Arial"/>
              </a:defRPr>
            </a:lvl5pPr>
            <a:lvl6pPr algn="l">
              <a:defRPr sz="1875" b="1">
                <a:solidFill>
                  <a:srgbClr val="102A35"/>
                </a:solidFill>
                <a:latin typeface="Arial"/>
                <a:ea typeface="Arial"/>
                <a:cs typeface="Arial"/>
              </a:defRPr>
            </a:lvl6pPr>
            <a:lvl7pPr algn="l">
              <a:defRPr sz="1875" b="1">
                <a:solidFill>
                  <a:srgbClr val="102A35"/>
                </a:solidFill>
                <a:latin typeface="Arial"/>
                <a:ea typeface="Arial"/>
                <a:cs typeface="Arial"/>
              </a:defRPr>
            </a:lvl7pPr>
            <a:lvl8pPr algn="l">
              <a:defRPr sz="1875" b="1">
                <a:solidFill>
                  <a:srgbClr val="102A35"/>
                </a:solidFill>
                <a:latin typeface="Arial"/>
                <a:ea typeface="Arial"/>
                <a:cs typeface="Arial"/>
              </a:defRPr>
            </a:lvl8pPr>
            <a:lvl9pPr algn="l">
              <a:defRPr sz="1875" b="1">
                <a:solidFill>
                  <a:srgbClr val="102A35"/>
                </a:solidFill>
                <a:latin typeface="Arial"/>
                <a:ea typeface="Arial"/>
                <a:cs typeface="Arial"/>
              </a:defRPr>
            </a:lvl9pPr>
          </a:lstStyle>
          <a:p xmlns:a="http://schemas.openxmlformats.org/drawingml/2006/main">
            <a:pPr algn="l">
              <a:lnSpc>
                <a:spcPct val="105000"/>
              </a:lnSpc>
              <a:buNone/>
              <a:defRPr sz="1875" b="1">
                <a:solidFill>
                  <a:srgbClr val="102A35"/>
                </a:solidFill>
                <a:latin typeface="Arial"/>
                <a:ea typeface="Arial"/>
                <a:cs typeface="Arial"/>
              </a:defRPr>
            </a:pPr>
            <a:r>
              <a:rPr sz="1875" b="1">
                <a:solidFill>
                  <a:srgbClr val="102A35"/>
                </a:solidFill>
                <a:latin typeface="Arial"/>
                <a:ea typeface="Arial"/>
                <a:cs typeface="Arial"/>
              </a:rPr>
              <a:t>Jurisdiction</a:t>
            </a:r>
          </a:p>
        </p:txBody>
      </p:sp>
      <p:sp>
        <p:nvSpPr>
          <p:cNvPr id="7" name="problem-body-0">
            <a:extLst xmlns:a="http://schemas.openxmlformats.org/drawingml/2006/main">
              <a:ext uri="{FF2B5EF4-FFF2-40B4-BE49-F238E27FC236}">
                <a16:creationId xmlns:a16="http://schemas.microsoft.com/office/drawing/2014/main" id="{ACFEDA53-C9E0-4262-B110-1F11A85D064E}"/>
              </a:ext>
            </a:extLst>
          </p:cNvPr>
          <p:cNvSpPr>
            <a:spLocks xmlns:a="http://schemas.openxmlformats.org/drawingml/2006/main" noGrp="1"/>
          </p:cNvSpPr>
          <p:nvPr/>
        </p:nvSpPr>
        <p:spPr>
          <a:xfrm xmlns:a="http://schemas.openxmlformats.org/drawingml/2006/main">
            <a:off x="723900" y="3829050"/>
            <a:ext cx="23050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5606A"/>
                </a:solidFill>
                <a:latin typeface="Arial"/>
                <a:ea typeface="Arial"/>
                <a:cs typeface="Arial"/>
              </a:defRPr>
            </a:defPPr>
            <a:lvl1pPr algn="l">
              <a:defRPr sz="1425" b="0">
                <a:solidFill>
                  <a:srgbClr val="45606A"/>
                </a:solidFill>
                <a:latin typeface="Arial"/>
                <a:ea typeface="Arial"/>
                <a:cs typeface="Arial"/>
              </a:defRPr>
            </a:lvl1pPr>
            <a:lvl2pPr algn="l">
              <a:defRPr sz="1425" b="0">
                <a:solidFill>
                  <a:srgbClr val="45606A"/>
                </a:solidFill>
                <a:latin typeface="Arial"/>
                <a:ea typeface="Arial"/>
                <a:cs typeface="Arial"/>
              </a:defRPr>
            </a:lvl2pPr>
            <a:lvl3pPr algn="l">
              <a:defRPr sz="1425" b="0">
                <a:solidFill>
                  <a:srgbClr val="45606A"/>
                </a:solidFill>
                <a:latin typeface="Arial"/>
                <a:ea typeface="Arial"/>
                <a:cs typeface="Arial"/>
              </a:defRPr>
            </a:lvl3pPr>
            <a:lvl4pPr algn="l">
              <a:defRPr sz="1425" b="0">
                <a:solidFill>
                  <a:srgbClr val="45606A"/>
                </a:solidFill>
                <a:latin typeface="Arial"/>
                <a:ea typeface="Arial"/>
                <a:cs typeface="Arial"/>
              </a:defRPr>
            </a:lvl4pPr>
            <a:lvl5pPr algn="l">
              <a:defRPr sz="1425" b="0">
                <a:solidFill>
                  <a:srgbClr val="45606A"/>
                </a:solidFill>
                <a:latin typeface="Arial"/>
                <a:ea typeface="Arial"/>
                <a:cs typeface="Arial"/>
              </a:defRPr>
            </a:lvl5pPr>
            <a:lvl6pPr algn="l">
              <a:defRPr sz="1425" b="0">
                <a:solidFill>
                  <a:srgbClr val="45606A"/>
                </a:solidFill>
                <a:latin typeface="Arial"/>
                <a:ea typeface="Arial"/>
                <a:cs typeface="Arial"/>
              </a:defRPr>
            </a:lvl6pPr>
            <a:lvl7pPr algn="l">
              <a:defRPr sz="1425" b="0">
                <a:solidFill>
                  <a:srgbClr val="45606A"/>
                </a:solidFill>
                <a:latin typeface="Arial"/>
                <a:ea typeface="Arial"/>
                <a:cs typeface="Arial"/>
              </a:defRPr>
            </a:lvl7pPr>
            <a:lvl8pPr algn="l">
              <a:defRPr sz="1425" b="0">
                <a:solidFill>
                  <a:srgbClr val="45606A"/>
                </a:solidFill>
                <a:latin typeface="Arial"/>
                <a:ea typeface="Arial"/>
                <a:cs typeface="Arial"/>
              </a:defRPr>
            </a:lvl8pPr>
            <a:lvl9pPr algn="l">
              <a:defRPr sz="1425" b="0">
                <a:solidFill>
                  <a:srgbClr val="45606A"/>
                </a:solidFill>
                <a:latin typeface="Arial"/>
                <a:ea typeface="Arial"/>
                <a:cs typeface="Arial"/>
              </a:defRPr>
            </a:lvl9pPr>
          </a:lstStyle>
          <a:p xmlns:a="http://schemas.openxmlformats.org/drawingml/2006/main">
            <a:pPr algn="l">
              <a:lnSpc>
                <a:spcPct val="112000"/>
              </a:lnSpc>
              <a:buNone/>
              <a:defRPr sz="1425" b="0">
                <a:solidFill>
                  <a:srgbClr val="45606A"/>
                </a:solidFill>
                <a:latin typeface="Arial"/>
                <a:ea typeface="Arial"/>
                <a:cs typeface="Arial"/>
              </a:defRPr>
            </a:pPr>
            <a:r>
              <a:rPr sz="1425" b="0">
                <a:solidFill>
                  <a:srgbClr val="45606A"/>
                </a:solidFill>
                <a:latin typeface="Arial"/>
                <a:ea typeface="Arial"/>
                <a:cs typeface="Arial"/>
              </a:rPr>
              <a:t>Which court, state, or authority applies?</a:t>
            </a:r>
          </a:p>
        </p:txBody>
      </p:sp>
      <p:sp>
        <p:nvSpPr>
          <p:cNvPr id="8" name="problem-num-1">
            <a:extLst xmlns:a="http://schemas.openxmlformats.org/drawingml/2006/main">
              <a:ext uri="{FF2B5EF4-FFF2-40B4-BE49-F238E27FC236}">
                <a16:creationId xmlns:a16="http://schemas.microsoft.com/office/drawing/2014/main" id="{DE713A9F-482F-46B6-AF67-51C49654C764}"/>
              </a:ext>
            </a:extLst>
          </p:cNvPr>
          <p:cNvSpPr>
            <a:spLocks xmlns:a="http://schemas.openxmlformats.org/drawingml/2006/main" noGrp="1"/>
          </p:cNvSpPr>
          <p:nvPr/>
        </p:nvSpPr>
        <p:spPr>
          <a:xfrm xmlns:a="http://schemas.openxmlformats.org/drawingml/2006/main">
            <a:off x="3467100" y="2647950"/>
            <a:ext cx="60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87F82"/>
                </a:solidFill>
                <a:latin typeface="Arial"/>
                <a:ea typeface="Arial"/>
                <a:cs typeface="Arial"/>
              </a:defRPr>
            </a:defPPr>
            <a:lvl1pPr algn="l">
              <a:defRPr sz="1350" b="1">
                <a:solidFill>
                  <a:srgbClr val="087F82"/>
                </a:solidFill>
                <a:latin typeface="Arial"/>
                <a:ea typeface="Arial"/>
                <a:cs typeface="Arial"/>
              </a:defRPr>
            </a:lvl1pPr>
            <a:lvl2pPr algn="l">
              <a:defRPr sz="1350" b="1">
                <a:solidFill>
                  <a:srgbClr val="087F82"/>
                </a:solidFill>
                <a:latin typeface="Arial"/>
                <a:ea typeface="Arial"/>
                <a:cs typeface="Arial"/>
              </a:defRPr>
            </a:lvl2pPr>
            <a:lvl3pPr algn="l">
              <a:defRPr sz="1350" b="1">
                <a:solidFill>
                  <a:srgbClr val="087F82"/>
                </a:solidFill>
                <a:latin typeface="Arial"/>
                <a:ea typeface="Arial"/>
                <a:cs typeface="Arial"/>
              </a:defRPr>
            </a:lvl3pPr>
            <a:lvl4pPr algn="l">
              <a:defRPr sz="1350" b="1">
                <a:solidFill>
                  <a:srgbClr val="087F82"/>
                </a:solidFill>
                <a:latin typeface="Arial"/>
                <a:ea typeface="Arial"/>
                <a:cs typeface="Arial"/>
              </a:defRPr>
            </a:lvl4pPr>
            <a:lvl5pPr algn="l">
              <a:defRPr sz="1350" b="1">
                <a:solidFill>
                  <a:srgbClr val="087F82"/>
                </a:solidFill>
                <a:latin typeface="Arial"/>
                <a:ea typeface="Arial"/>
                <a:cs typeface="Arial"/>
              </a:defRPr>
            </a:lvl5pPr>
            <a:lvl6pPr algn="l">
              <a:defRPr sz="1350" b="1">
                <a:solidFill>
                  <a:srgbClr val="087F82"/>
                </a:solidFill>
                <a:latin typeface="Arial"/>
                <a:ea typeface="Arial"/>
                <a:cs typeface="Arial"/>
              </a:defRPr>
            </a:lvl6pPr>
            <a:lvl7pPr algn="l">
              <a:defRPr sz="1350" b="1">
                <a:solidFill>
                  <a:srgbClr val="087F82"/>
                </a:solidFill>
                <a:latin typeface="Arial"/>
                <a:ea typeface="Arial"/>
                <a:cs typeface="Arial"/>
              </a:defRPr>
            </a:lvl7pPr>
            <a:lvl8pPr algn="l">
              <a:defRPr sz="1350" b="1">
                <a:solidFill>
                  <a:srgbClr val="087F82"/>
                </a:solidFill>
                <a:latin typeface="Arial"/>
                <a:ea typeface="Arial"/>
                <a:cs typeface="Arial"/>
              </a:defRPr>
            </a:lvl8pPr>
            <a:lvl9pPr algn="l">
              <a:defRPr sz="1350" b="1">
                <a:solidFill>
                  <a:srgbClr val="087F82"/>
                </a:solidFill>
                <a:latin typeface="Arial"/>
                <a:ea typeface="Arial"/>
                <a:cs typeface="Arial"/>
              </a:defRPr>
            </a:lvl9pPr>
          </a:lstStyle>
          <a:p xmlns:a="http://schemas.openxmlformats.org/drawingml/2006/main">
            <a:pPr algn="l">
              <a:lnSpc>
                <a:spcPct val="105000"/>
              </a:lnSpc>
              <a:buNone/>
              <a:defRPr sz="1350" b="1">
                <a:solidFill>
                  <a:srgbClr val="087F82"/>
                </a:solidFill>
                <a:latin typeface="Arial"/>
                <a:ea typeface="Arial"/>
                <a:cs typeface="Arial"/>
              </a:defRPr>
            </a:pPr>
            <a:r>
              <a:rPr sz="1350" b="1">
                <a:solidFill>
                  <a:srgbClr val="087F82"/>
                </a:solidFill>
                <a:latin typeface="Arial"/>
                <a:ea typeface="Arial"/>
                <a:cs typeface="Arial"/>
              </a:rPr>
              <a:t>02</a:t>
            </a:r>
          </a:p>
        </p:txBody>
      </p:sp>
      <p:sp>
        <p:nvSpPr>
          <p:cNvPr id="9" name="divider">
            <a:extLst xmlns:a="http://schemas.openxmlformats.org/drawingml/2006/main">
              <a:ext uri="{FF2B5EF4-FFF2-40B4-BE49-F238E27FC236}">
                <a16:creationId xmlns:a16="http://schemas.microsoft.com/office/drawing/2014/main" id="{699E8746-5DC0-4E6A-86DA-F03B46F6A5C9}"/>
              </a:ext>
            </a:extLst>
          </p:cNvPr>
          <p:cNvSpPr>
            <a:spLocks xmlns:a="http://schemas.openxmlformats.org/drawingml/2006/main" noGrp="1"/>
          </p:cNvSpPr>
          <p:nvPr/>
        </p:nvSpPr>
        <p:spPr>
          <a:xfrm xmlns:a="http://schemas.openxmlformats.org/drawingml/2006/main">
            <a:off x="3467100" y="3067050"/>
            <a:ext cx="2381250" cy="19050"/>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10" name="problem-head-1">
            <a:extLst xmlns:a="http://schemas.openxmlformats.org/drawingml/2006/main">
              <a:ext uri="{FF2B5EF4-FFF2-40B4-BE49-F238E27FC236}">
                <a16:creationId xmlns:a16="http://schemas.microsoft.com/office/drawing/2014/main" id="{E0E50D43-2BCC-4F92-A11F-3CF5F872B872}"/>
              </a:ext>
            </a:extLst>
          </p:cNvPr>
          <p:cNvSpPr>
            <a:spLocks xmlns:a="http://schemas.openxmlformats.org/drawingml/2006/main" noGrp="1"/>
          </p:cNvSpPr>
          <p:nvPr/>
        </p:nvSpPr>
        <p:spPr>
          <a:xfrm xmlns:a="http://schemas.openxmlformats.org/drawingml/2006/main">
            <a:off x="3467100" y="32956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2A35"/>
                </a:solidFill>
                <a:latin typeface="Arial"/>
                <a:ea typeface="Arial"/>
                <a:cs typeface="Arial"/>
              </a:defRPr>
            </a:defPPr>
            <a:lvl1pPr algn="l">
              <a:defRPr sz="1875" b="1">
                <a:solidFill>
                  <a:srgbClr val="102A35"/>
                </a:solidFill>
                <a:latin typeface="Arial"/>
                <a:ea typeface="Arial"/>
                <a:cs typeface="Arial"/>
              </a:defRPr>
            </a:lvl1pPr>
            <a:lvl2pPr algn="l">
              <a:defRPr sz="1875" b="1">
                <a:solidFill>
                  <a:srgbClr val="102A35"/>
                </a:solidFill>
                <a:latin typeface="Arial"/>
                <a:ea typeface="Arial"/>
                <a:cs typeface="Arial"/>
              </a:defRPr>
            </a:lvl2pPr>
            <a:lvl3pPr algn="l">
              <a:defRPr sz="1875" b="1">
                <a:solidFill>
                  <a:srgbClr val="102A35"/>
                </a:solidFill>
                <a:latin typeface="Arial"/>
                <a:ea typeface="Arial"/>
                <a:cs typeface="Arial"/>
              </a:defRPr>
            </a:lvl3pPr>
            <a:lvl4pPr algn="l">
              <a:defRPr sz="1875" b="1">
                <a:solidFill>
                  <a:srgbClr val="102A35"/>
                </a:solidFill>
                <a:latin typeface="Arial"/>
                <a:ea typeface="Arial"/>
                <a:cs typeface="Arial"/>
              </a:defRPr>
            </a:lvl4pPr>
            <a:lvl5pPr algn="l">
              <a:defRPr sz="1875" b="1">
                <a:solidFill>
                  <a:srgbClr val="102A35"/>
                </a:solidFill>
                <a:latin typeface="Arial"/>
                <a:ea typeface="Arial"/>
                <a:cs typeface="Arial"/>
              </a:defRPr>
            </a:lvl5pPr>
            <a:lvl6pPr algn="l">
              <a:defRPr sz="1875" b="1">
                <a:solidFill>
                  <a:srgbClr val="102A35"/>
                </a:solidFill>
                <a:latin typeface="Arial"/>
                <a:ea typeface="Arial"/>
                <a:cs typeface="Arial"/>
              </a:defRPr>
            </a:lvl6pPr>
            <a:lvl7pPr algn="l">
              <a:defRPr sz="1875" b="1">
                <a:solidFill>
                  <a:srgbClr val="102A35"/>
                </a:solidFill>
                <a:latin typeface="Arial"/>
                <a:ea typeface="Arial"/>
                <a:cs typeface="Arial"/>
              </a:defRPr>
            </a:lvl7pPr>
            <a:lvl8pPr algn="l">
              <a:defRPr sz="1875" b="1">
                <a:solidFill>
                  <a:srgbClr val="102A35"/>
                </a:solidFill>
                <a:latin typeface="Arial"/>
                <a:ea typeface="Arial"/>
                <a:cs typeface="Arial"/>
              </a:defRPr>
            </a:lvl8pPr>
            <a:lvl9pPr algn="l">
              <a:defRPr sz="1875" b="1">
                <a:solidFill>
                  <a:srgbClr val="102A35"/>
                </a:solidFill>
                <a:latin typeface="Arial"/>
                <a:ea typeface="Arial"/>
                <a:cs typeface="Arial"/>
              </a:defRPr>
            </a:lvl9pPr>
          </a:lstStyle>
          <a:p xmlns:a="http://schemas.openxmlformats.org/drawingml/2006/main">
            <a:pPr algn="l">
              <a:lnSpc>
                <a:spcPct val="105000"/>
              </a:lnSpc>
              <a:buNone/>
              <a:defRPr sz="1875" b="1">
                <a:solidFill>
                  <a:srgbClr val="102A35"/>
                </a:solidFill>
                <a:latin typeface="Arial"/>
                <a:ea typeface="Arial"/>
                <a:cs typeface="Arial"/>
              </a:defRPr>
            </a:pPr>
            <a:r>
              <a:rPr sz="1875" b="1">
                <a:solidFill>
                  <a:srgbClr val="102A35"/>
                </a:solidFill>
                <a:latin typeface="Arial"/>
                <a:ea typeface="Arial"/>
                <a:cs typeface="Arial"/>
              </a:rPr>
              <a:t>Effective date</a:t>
            </a:r>
          </a:p>
        </p:txBody>
      </p:sp>
      <p:sp>
        <p:nvSpPr>
          <p:cNvPr id="11" name="problem-body-1">
            <a:extLst xmlns:a="http://schemas.openxmlformats.org/drawingml/2006/main">
              <a:ext uri="{FF2B5EF4-FFF2-40B4-BE49-F238E27FC236}">
                <a16:creationId xmlns:a16="http://schemas.microsoft.com/office/drawing/2014/main" id="{728BBE08-3ACA-447D-BA98-B0AAA867FDDF}"/>
              </a:ext>
            </a:extLst>
          </p:cNvPr>
          <p:cNvSpPr>
            <a:spLocks xmlns:a="http://schemas.openxmlformats.org/drawingml/2006/main" noGrp="1"/>
          </p:cNvSpPr>
          <p:nvPr/>
        </p:nvSpPr>
        <p:spPr>
          <a:xfrm xmlns:a="http://schemas.openxmlformats.org/drawingml/2006/main">
            <a:off x="3467100" y="3829050"/>
            <a:ext cx="23050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5606A"/>
                </a:solidFill>
                <a:latin typeface="Arial"/>
                <a:ea typeface="Arial"/>
                <a:cs typeface="Arial"/>
              </a:defRPr>
            </a:defPPr>
            <a:lvl1pPr algn="l">
              <a:defRPr sz="1425" b="0">
                <a:solidFill>
                  <a:srgbClr val="45606A"/>
                </a:solidFill>
                <a:latin typeface="Arial"/>
                <a:ea typeface="Arial"/>
                <a:cs typeface="Arial"/>
              </a:defRPr>
            </a:lvl1pPr>
            <a:lvl2pPr algn="l">
              <a:defRPr sz="1425" b="0">
                <a:solidFill>
                  <a:srgbClr val="45606A"/>
                </a:solidFill>
                <a:latin typeface="Arial"/>
                <a:ea typeface="Arial"/>
                <a:cs typeface="Arial"/>
              </a:defRPr>
            </a:lvl2pPr>
            <a:lvl3pPr algn="l">
              <a:defRPr sz="1425" b="0">
                <a:solidFill>
                  <a:srgbClr val="45606A"/>
                </a:solidFill>
                <a:latin typeface="Arial"/>
                <a:ea typeface="Arial"/>
                <a:cs typeface="Arial"/>
              </a:defRPr>
            </a:lvl3pPr>
            <a:lvl4pPr algn="l">
              <a:defRPr sz="1425" b="0">
                <a:solidFill>
                  <a:srgbClr val="45606A"/>
                </a:solidFill>
                <a:latin typeface="Arial"/>
                <a:ea typeface="Arial"/>
                <a:cs typeface="Arial"/>
              </a:defRPr>
            </a:lvl4pPr>
            <a:lvl5pPr algn="l">
              <a:defRPr sz="1425" b="0">
                <a:solidFill>
                  <a:srgbClr val="45606A"/>
                </a:solidFill>
                <a:latin typeface="Arial"/>
                <a:ea typeface="Arial"/>
                <a:cs typeface="Arial"/>
              </a:defRPr>
            </a:lvl5pPr>
            <a:lvl6pPr algn="l">
              <a:defRPr sz="1425" b="0">
                <a:solidFill>
                  <a:srgbClr val="45606A"/>
                </a:solidFill>
                <a:latin typeface="Arial"/>
                <a:ea typeface="Arial"/>
                <a:cs typeface="Arial"/>
              </a:defRPr>
            </a:lvl6pPr>
            <a:lvl7pPr algn="l">
              <a:defRPr sz="1425" b="0">
                <a:solidFill>
                  <a:srgbClr val="45606A"/>
                </a:solidFill>
                <a:latin typeface="Arial"/>
                <a:ea typeface="Arial"/>
                <a:cs typeface="Arial"/>
              </a:defRPr>
            </a:lvl7pPr>
            <a:lvl8pPr algn="l">
              <a:defRPr sz="1425" b="0">
                <a:solidFill>
                  <a:srgbClr val="45606A"/>
                </a:solidFill>
                <a:latin typeface="Arial"/>
                <a:ea typeface="Arial"/>
                <a:cs typeface="Arial"/>
              </a:defRPr>
            </a:lvl8pPr>
            <a:lvl9pPr algn="l">
              <a:defRPr sz="1425" b="0">
                <a:solidFill>
                  <a:srgbClr val="45606A"/>
                </a:solidFill>
                <a:latin typeface="Arial"/>
                <a:ea typeface="Arial"/>
                <a:cs typeface="Arial"/>
              </a:defRPr>
            </a:lvl9pPr>
          </a:lstStyle>
          <a:p xmlns:a="http://schemas.openxmlformats.org/drawingml/2006/main">
            <a:pPr algn="l">
              <a:lnSpc>
                <a:spcPct val="112000"/>
              </a:lnSpc>
              <a:buNone/>
              <a:defRPr sz="1425" b="0">
                <a:solidFill>
                  <a:srgbClr val="45606A"/>
                </a:solidFill>
                <a:latin typeface="Arial"/>
                <a:ea typeface="Arial"/>
                <a:cs typeface="Arial"/>
              </a:defRPr>
            </a:pPr>
            <a:r>
              <a:rPr sz="1425" b="0">
                <a:solidFill>
                  <a:srgbClr val="45606A"/>
                </a:solidFill>
                <a:latin typeface="Arial"/>
                <a:ea typeface="Arial"/>
                <a:cs typeface="Arial"/>
              </a:rPr>
              <a:t>Which version of the rule was in force?</a:t>
            </a:r>
          </a:p>
        </p:txBody>
      </p:sp>
      <p:sp>
        <p:nvSpPr>
          <p:cNvPr id="12" name="problem-num-2">
            <a:extLst xmlns:a="http://schemas.openxmlformats.org/drawingml/2006/main">
              <a:ext uri="{FF2B5EF4-FFF2-40B4-BE49-F238E27FC236}">
                <a16:creationId xmlns:a16="http://schemas.microsoft.com/office/drawing/2014/main" id="{ADCB9253-7A13-4004-BBD1-DBDDA1D531AA}"/>
              </a:ext>
            </a:extLst>
          </p:cNvPr>
          <p:cNvSpPr>
            <a:spLocks xmlns:a="http://schemas.openxmlformats.org/drawingml/2006/main" noGrp="1"/>
          </p:cNvSpPr>
          <p:nvPr/>
        </p:nvSpPr>
        <p:spPr>
          <a:xfrm xmlns:a="http://schemas.openxmlformats.org/drawingml/2006/main">
            <a:off x="6210300" y="2647950"/>
            <a:ext cx="60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87F82"/>
                </a:solidFill>
                <a:latin typeface="Arial"/>
                <a:ea typeface="Arial"/>
                <a:cs typeface="Arial"/>
              </a:defRPr>
            </a:defPPr>
            <a:lvl1pPr algn="l">
              <a:defRPr sz="1350" b="1">
                <a:solidFill>
                  <a:srgbClr val="087F82"/>
                </a:solidFill>
                <a:latin typeface="Arial"/>
                <a:ea typeface="Arial"/>
                <a:cs typeface="Arial"/>
              </a:defRPr>
            </a:lvl1pPr>
            <a:lvl2pPr algn="l">
              <a:defRPr sz="1350" b="1">
                <a:solidFill>
                  <a:srgbClr val="087F82"/>
                </a:solidFill>
                <a:latin typeface="Arial"/>
                <a:ea typeface="Arial"/>
                <a:cs typeface="Arial"/>
              </a:defRPr>
            </a:lvl2pPr>
            <a:lvl3pPr algn="l">
              <a:defRPr sz="1350" b="1">
                <a:solidFill>
                  <a:srgbClr val="087F82"/>
                </a:solidFill>
                <a:latin typeface="Arial"/>
                <a:ea typeface="Arial"/>
                <a:cs typeface="Arial"/>
              </a:defRPr>
            </a:lvl3pPr>
            <a:lvl4pPr algn="l">
              <a:defRPr sz="1350" b="1">
                <a:solidFill>
                  <a:srgbClr val="087F82"/>
                </a:solidFill>
                <a:latin typeface="Arial"/>
                <a:ea typeface="Arial"/>
                <a:cs typeface="Arial"/>
              </a:defRPr>
            </a:lvl4pPr>
            <a:lvl5pPr algn="l">
              <a:defRPr sz="1350" b="1">
                <a:solidFill>
                  <a:srgbClr val="087F82"/>
                </a:solidFill>
                <a:latin typeface="Arial"/>
                <a:ea typeface="Arial"/>
                <a:cs typeface="Arial"/>
              </a:defRPr>
            </a:lvl5pPr>
            <a:lvl6pPr algn="l">
              <a:defRPr sz="1350" b="1">
                <a:solidFill>
                  <a:srgbClr val="087F82"/>
                </a:solidFill>
                <a:latin typeface="Arial"/>
                <a:ea typeface="Arial"/>
                <a:cs typeface="Arial"/>
              </a:defRPr>
            </a:lvl6pPr>
            <a:lvl7pPr algn="l">
              <a:defRPr sz="1350" b="1">
                <a:solidFill>
                  <a:srgbClr val="087F82"/>
                </a:solidFill>
                <a:latin typeface="Arial"/>
                <a:ea typeface="Arial"/>
                <a:cs typeface="Arial"/>
              </a:defRPr>
            </a:lvl7pPr>
            <a:lvl8pPr algn="l">
              <a:defRPr sz="1350" b="1">
                <a:solidFill>
                  <a:srgbClr val="087F82"/>
                </a:solidFill>
                <a:latin typeface="Arial"/>
                <a:ea typeface="Arial"/>
                <a:cs typeface="Arial"/>
              </a:defRPr>
            </a:lvl8pPr>
            <a:lvl9pPr algn="l">
              <a:defRPr sz="1350" b="1">
                <a:solidFill>
                  <a:srgbClr val="087F82"/>
                </a:solidFill>
                <a:latin typeface="Arial"/>
                <a:ea typeface="Arial"/>
                <a:cs typeface="Arial"/>
              </a:defRPr>
            </a:lvl9pPr>
          </a:lstStyle>
          <a:p xmlns:a="http://schemas.openxmlformats.org/drawingml/2006/main">
            <a:pPr algn="l">
              <a:lnSpc>
                <a:spcPct val="105000"/>
              </a:lnSpc>
              <a:buNone/>
              <a:defRPr sz="1350" b="1">
                <a:solidFill>
                  <a:srgbClr val="087F82"/>
                </a:solidFill>
                <a:latin typeface="Arial"/>
                <a:ea typeface="Arial"/>
                <a:cs typeface="Arial"/>
              </a:defRPr>
            </a:pPr>
            <a:r>
              <a:rPr sz="1350" b="1">
                <a:solidFill>
                  <a:srgbClr val="087F82"/>
                </a:solidFill>
                <a:latin typeface="Arial"/>
                <a:ea typeface="Arial"/>
                <a:cs typeface="Arial"/>
              </a:rPr>
              <a:t>03</a:t>
            </a:r>
          </a:p>
        </p:txBody>
      </p:sp>
      <p:sp>
        <p:nvSpPr>
          <p:cNvPr id="13" name="divider">
            <a:extLst xmlns:a="http://schemas.openxmlformats.org/drawingml/2006/main">
              <a:ext uri="{FF2B5EF4-FFF2-40B4-BE49-F238E27FC236}">
                <a16:creationId xmlns:a16="http://schemas.microsoft.com/office/drawing/2014/main" id="{4C68DF09-D8F6-4663-832B-2499A066C8C1}"/>
              </a:ext>
            </a:extLst>
          </p:cNvPr>
          <p:cNvSpPr>
            <a:spLocks xmlns:a="http://schemas.openxmlformats.org/drawingml/2006/main" noGrp="1"/>
          </p:cNvSpPr>
          <p:nvPr/>
        </p:nvSpPr>
        <p:spPr>
          <a:xfrm xmlns:a="http://schemas.openxmlformats.org/drawingml/2006/main">
            <a:off x="6210300" y="3067050"/>
            <a:ext cx="2381250" cy="19050"/>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14" name="problem-head-2">
            <a:extLst xmlns:a="http://schemas.openxmlformats.org/drawingml/2006/main">
              <a:ext uri="{FF2B5EF4-FFF2-40B4-BE49-F238E27FC236}">
                <a16:creationId xmlns:a16="http://schemas.microsoft.com/office/drawing/2014/main" id="{0B67779F-D271-4ED3-BCD2-BAE4321E211D}"/>
              </a:ext>
            </a:extLst>
          </p:cNvPr>
          <p:cNvSpPr>
            <a:spLocks xmlns:a="http://schemas.openxmlformats.org/drawingml/2006/main" noGrp="1"/>
          </p:cNvSpPr>
          <p:nvPr/>
        </p:nvSpPr>
        <p:spPr>
          <a:xfrm xmlns:a="http://schemas.openxmlformats.org/drawingml/2006/main">
            <a:off x="6210300" y="32956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2A35"/>
                </a:solidFill>
                <a:latin typeface="Arial"/>
                <a:ea typeface="Arial"/>
                <a:cs typeface="Arial"/>
              </a:defRPr>
            </a:defPPr>
            <a:lvl1pPr algn="l">
              <a:defRPr sz="1875" b="1">
                <a:solidFill>
                  <a:srgbClr val="102A35"/>
                </a:solidFill>
                <a:latin typeface="Arial"/>
                <a:ea typeface="Arial"/>
                <a:cs typeface="Arial"/>
              </a:defRPr>
            </a:lvl1pPr>
            <a:lvl2pPr algn="l">
              <a:defRPr sz="1875" b="1">
                <a:solidFill>
                  <a:srgbClr val="102A35"/>
                </a:solidFill>
                <a:latin typeface="Arial"/>
                <a:ea typeface="Arial"/>
                <a:cs typeface="Arial"/>
              </a:defRPr>
            </a:lvl2pPr>
            <a:lvl3pPr algn="l">
              <a:defRPr sz="1875" b="1">
                <a:solidFill>
                  <a:srgbClr val="102A35"/>
                </a:solidFill>
                <a:latin typeface="Arial"/>
                <a:ea typeface="Arial"/>
                <a:cs typeface="Arial"/>
              </a:defRPr>
            </a:lvl3pPr>
            <a:lvl4pPr algn="l">
              <a:defRPr sz="1875" b="1">
                <a:solidFill>
                  <a:srgbClr val="102A35"/>
                </a:solidFill>
                <a:latin typeface="Arial"/>
                <a:ea typeface="Arial"/>
                <a:cs typeface="Arial"/>
              </a:defRPr>
            </a:lvl4pPr>
            <a:lvl5pPr algn="l">
              <a:defRPr sz="1875" b="1">
                <a:solidFill>
                  <a:srgbClr val="102A35"/>
                </a:solidFill>
                <a:latin typeface="Arial"/>
                <a:ea typeface="Arial"/>
                <a:cs typeface="Arial"/>
              </a:defRPr>
            </a:lvl5pPr>
            <a:lvl6pPr algn="l">
              <a:defRPr sz="1875" b="1">
                <a:solidFill>
                  <a:srgbClr val="102A35"/>
                </a:solidFill>
                <a:latin typeface="Arial"/>
                <a:ea typeface="Arial"/>
                <a:cs typeface="Arial"/>
              </a:defRPr>
            </a:lvl6pPr>
            <a:lvl7pPr algn="l">
              <a:defRPr sz="1875" b="1">
                <a:solidFill>
                  <a:srgbClr val="102A35"/>
                </a:solidFill>
                <a:latin typeface="Arial"/>
                <a:ea typeface="Arial"/>
                <a:cs typeface="Arial"/>
              </a:defRPr>
            </a:lvl7pPr>
            <a:lvl8pPr algn="l">
              <a:defRPr sz="1875" b="1">
                <a:solidFill>
                  <a:srgbClr val="102A35"/>
                </a:solidFill>
                <a:latin typeface="Arial"/>
                <a:ea typeface="Arial"/>
                <a:cs typeface="Arial"/>
              </a:defRPr>
            </a:lvl8pPr>
            <a:lvl9pPr algn="l">
              <a:defRPr sz="1875" b="1">
                <a:solidFill>
                  <a:srgbClr val="102A35"/>
                </a:solidFill>
                <a:latin typeface="Arial"/>
                <a:ea typeface="Arial"/>
                <a:cs typeface="Arial"/>
              </a:defRPr>
            </a:lvl9pPr>
          </a:lstStyle>
          <a:p xmlns:a="http://schemas.openxmlformats.org/drawingml/2006/main">
            <a:pPr algn="l">
              <a:lnSpc>
                <a:spcPct val="105000"/>
              </a:lnSpc>
              <a:buNone/>
              <a:defRPr sz="1875" b="1">
                <a:solidFill>
                  <a:srgbClr val="102A35"/>
                </a:solidFill>
                <a:latin typeface="Arial"/>
                <a:ea typeface="Arial"/>
                <a:cs typeface="Arial"/>
              </a:defRPr>
            </a:pPr>
            <a:r>
              <a:rPr sz="1875" b="1">
                <a:solidFill>
                  <a:srgbClr val="102A35"/>
                </a:solidFill>
                <a:latin typeface="Arial"/>
                <a:ea typeface="Arial"/>
                <a:cs typeface="Arial"/>
              </a:rPr>
              <a:t>Procedure</a:t>
            </a:r>
          </a:p>
        </p:txBody>
      </p:sp>
      <p:sp>
        <p:nvSpPr>
          <p:cNvPr id="15" name="problem-body-2">
            <a:extLst xmlns:a="http://schemas.openxmlformats.org/drawingml/2006/main">
              <a:ext uri="{FF2B5EF4-FFF2-40B4-BE49-F238E27FC236}">
                <a16:creationId xmlns:a16="http://schemas.microsoft.com/office/drawing/2014/main" id="{374D2E11-9254-4EF8-B67D-E2B1DDFBED13}"/>
              </a:ext>
            </a:extLst>
          </p:cNvPr>
          <p:cNvSpPr>
            <a:spLocks xmlns:a="http://schemas.openxmlformats.org/drawingml/2006/main" noGrp="1"/>
          </p:cNvSpPr>
          <p:nvPr/>
        </p:nvSpPr>
        <p:spPr>
          <a:xfrm xmlns:a="http://schemas.openxmlformats.org/drawingml/2006/main">
            <a:off x="6210300" y="3829050"/>
            <a:ext cx="23050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5606A"/>
                </a:solidFill>
                <a:latin typeface="Arial"/>
                <a:ea typeface="Arial"/>
                <a:cs typeface="Arial"/>
              </a:defRPr>
            </a:defPPr>
            <a:lvl1pPr algn="l">
              <a:defRPr sz="1425" b="0">
                <a:solidFill>
                  <a:srgbClr val="45606A"/>
                </a:solidFill>
                <a:latin typeface="Arial"/>
                <a:ea typeface="Arial"/>
                <a:cs typeface="Arial"/>
              </a:defRPr>
            </a:lvl1pPr>
            <a:lvl2pPr algn="l">
              <a:defRPr sz="1425" b="0">
                <a:solidFill>
                  <a:srgbClr val="45606A"/>
                </a:solidFill>
                <a:latin typeface="Arial"/>
                <a:ea typeface="Arial"/>
                <a:cs typeface="Arial"/>
              </a:defRPr>
            </a:lvl2pPr>
            <a:lvl3pPr algn="l">
              <a:defRPr sz="1425" b="0">
                <a:solidFill>
                  <a:srgbClr val="45606A"/>
                </a:solidFill>
                <a:latin typeface="Arial"/>
                <a:ea typeface="Arial"/>
                <a:cs typeface="Arial"/>
              </a:defRPr>
            </a:lvl3pPr>
            <a:lvl4pPr algn="l">
              <a:defRPr sz="1425" b="0">
                <a:solidFill>
                  <a:srgbClr val="45606A"/>
                </a:solidFill>
                <a:latin typeface="Arial"/>
                <a:ea typeface="Arial"/>
                <a:cs typeface="Arial"/>
              </a:defRPr>
            </a:lvl4pPr>
            <a:lvl5pPr algn="l">
              <a:defRPr sz="1425" b="0">
                <a:solidFill>
                  <a:srgbClr val="45606A"/>
                </a:solidFill>
                <a:latin typeface="Arial"/>
                <a:ea typeface="Arial"/>
                <a:cs typeface="Arial"/>
              </a:defRPr>
            </a:lvl5pPr>
            <a:lvl6pPr algn="l">
              <a:defRPr sz="1425" b="0">
                <a:solidFill>
                  <a:srgbClr val="45606A"/>
                </a:solidFill>
                <a:latin typeface="Arial"/>
                <a:ea typeface="Arial"/>
                <a:cs typeface="Arial"/>
              </a:defRPr>
            </a:lvl6pPr>
            <a:lvl7pPr algn="l">
              <a:defRPr sz="1425" b="0">
                <a:solidFill>
                  <a:srgbClr val="45606A"/>
                </a:solidFill>
                <a:latin typeface="Arial"/>
                <a:ea typeface="Arial"/>
                <a:cs typeface="Arial"/>
              </a:defRPr>
            </a:lvl7pPr>
            <a:lvl8pPr algn="l">
              <a:defRPr sz="1425" b="0">
                <a:solidFill>
                  <a:srgbClr val="45606A"/>
                </a:solidFill>
                <a:latin typeface="Arial"/>
                <a:ea typeface="Arial"/>
                <a:cs typeface="Arial"/>
              </a:defRPr>
            </a:lvl8pPr>
            <a:lvl9pPr algn="l">
              <a:defRPr sz="1425" b="0">
                <a:solidFill>
                  <a:srgbClr val="45606A"/>
                </a:solidFill>
                <a:latin typeface="Arial"/>
                <a:ea typeface="Arial"/>
                <a:cs typeface="Arial"/>
              </a:defRPr>
            </a:lvl9pPr>
          </a:lstStyle>
          <a:p xmlns:a="http://schemas.openxmlformats.org/drawingml/2006/main">
            <a:pPr algn="l">
              <a:lnSpc>
                <a:spcPct val="112000"/>
              </a:lnSpc>
              <a:buNone/>
              <a:defRPr sz="1425" b="0">
                <a:solidFill>
                  <a:srgbClr val="45606A"/>
                </a:solidFill>
                <a:latin typeface="Arial"/>
                <a:ea typeface="Arial"/>
                <a:cs typeface="Arial"/>
              </a:defRPr>
            </a:pPr>
            <a:r>
              <a:rPr sz="1425" b="0">
                <a:solidFill>
                  <a:srgbClr val="45606A"/>
                </a:solidFill>
                <a:latin typeface="Arial"/>
                <a:ea typeface="Arial"/>
                <a:cs typeface="Arial"/>
              </a:rPr>
              <a:t>What stage and action does the user face?</a:t>
            </a:r>
          </a:p>
        </p:txBody>
      </p:sp>
      <p:sp>
        <p:nvSpPr>
          <p:cNvPr id="16" name="problem-num-3">
            <a:extLst xmlns:a="http://schemas.openxmlformats.org/drawingml/2006/main">
              <a:ext uri="{FF2B5EF4-FFF2-40B4-BE49-F238E27FC236}">
                <a16:creationId xmlns:a16="http://schemas.microsoft.com/office/drawing/2014/main" id="{5B9529E3-5571-4486-95CF-78C914B3F410}"/>
              </a:ext>
            </a:extLst>
          </p:cNvPr>
          <p:cNvSpPr>
            <a:spLocks xmlns:a="http://schemas.openxmlformats.org/drawingml/2006/main" noGrp="1"/>
          </p:cNvSpPr>
          <p:nvPr/>
        </p:nvSpPr>
        <p:spPr>
          <a:xfrm xmlns:a="http://schemas.openxmlformats.org/drawingml/2006/main">
            <a:off x="8953500" y="2647950"/>
            <a:ext cx="609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87F82"/>
                </a:solidFill>
                <a:latin typeface="Arial"/>
                <a:ea typeface="Arial"/>
                <a:cs typeface="Arial"/>
              </a:defRPr>
            </a:defPPr>
            <a:lvl1pPr algn="l">
              <a:defRPr sz="1350" b="1">
                <a:solidFill>
                  <a:srgbClr val="087F82"/>
                </a:solidFill>
                <a:latin typeface="Arial"/>
                <a:ea typeface="Arial"/>
                <a:cs typeface="Arial"/>
              </a:defRPr>
            </a:lvl1pPr>
            <a:lvl2pPr algn="l">
              <a:defRPr sz="1350" b="1">
                <a:solidFill>
                  <a:srgbClr val="087F82"/>
                </a:solidFill>
                <a:latin typeface="Arial"/>
                <a:ea typeface="Arial"/>
                <a:cs typeface="Arial"/>
              </a:defRPr>
            </a:lvl2pPr>
            <a:lvl3pPr algn="l">
              <a:defRPr sz="1350" b="1">
                <a:solidFill>
                  <a:srgbClr val="087F82"/>
                </a:solidFill>
                <a:latin typeface="Arial"/>
                <a:ea typeface="Arial"/>
                <a:cs typeface="Arial"/>
              </a:defRPr>
            </a:lvl3pPr>
            <a:lvl4pPr algn="l">
              <a:defRPr sz="1350" b="1">
                <a:solidFill>
                  <a:srgbClr val="087F82"/>
                </a:solidFill>
                <a:latin typeface="Arial"/>
                <a:ea typeface="Arial"/>
                <a:cs typeface="Arial"/>
              </a:defRPr>
            </a:lvl4pPr>
            <a:lvl5pPr algn="l">
              <a:defRPr sz="1350" b="1">
                <a:solidFill>
                  <a:srgbClr val="087F82"/>
                </a:solidFill>
                <a:latin typeface="Arial"/>
                <a:ea typeface="Arial"/>
                <a:cs typeface="Arial"/>
              </a:defRPr>
            </a:lvl5pPr>
            <a:lvl6pPr algn="l">
              <a:defRPr sz="1350" b="1">
                <a:solidFill>
                  <a:srgbClr val="087F82"/>
                </a:solidFill>
                <a:latin typeface="Arial"/>
                <a:ea typeface="Arial"/>
                <a:cs typeface="Arial"/>
              </a:defRPr>
            </a:lvl6pPr>
            <a:lvl7pPr algn="l">
              <a:defRPr sz="1350" b="1">
                <a:solidFill>
                  <a:srgbClr val="087F82"/>
                </a:solidFill>
                <a:latin typeface="Arial"/>
                <a:ea typeface="Arial"/>
                <a:cs typeface="Arial"/>
              </a:defRPr>
            </a:lvl7pPr>
            <a:lvl8pPr algn="l">
              <a:defRPr sz="1350" b="1">
                <a:solidFill>
                  <a:srgbClr val="087F82"/>
                </a:solidFill>
                <a:latin typeface="Arial"/>
                <a:ea typeface="Arial"/>
                <a:cs typeface="Arial"/>
              </a:defRPr>
            </a:lvl8pPr>
            <a:lvl9pPr algn="l">
              <a:defRPr sz="1350" b="1">
                <a:solidFill>
                  <a:srgbClr val="087F82"/>
                </a:solidFill>
                <a:latin typeface="Arial"/>
                <a:ea typeface="Arial"/>
                <a:cs typeface="Arial"/>
              </a:defRPr>
            </a:lvl9pPr>
          </a:lstStyle>
          <a:p xmlns:a="http://schemas.openxmlformats.org/drawingml/2006/main">
            <a:pPr algn="l">
              <a:lnSpc>
                <a:spcPct val="105000"/>
              </a:lnSpc>
              <a:buNone/>
              <a:defRPr sz="1350" b="1">
                <a:solidFill>
                  <a:srgbClr val="087F82"/>
                </a:solidFill>
                <a:latin typeface="Arial"/>
                <a:ea typeface="Arial"/>
                <a:cs typeface="Arial"/>
              </a:defRPr>
            </a:pPr>
            <a:r>
              <a:rPr sz="1350" b="1">
                <a:solidFill>
                  <a:srgbClr val="087F82"/>
                </a:solidFill>
                <a:latin typeface="Arial"/>
                <a:ea typeface="Arial"/>
                <a:cs typeface="Arial"/>
              </a:rPr>
              <a:t>04</a:t>
            </a:r>
          </a:p>
        </p:txBody>
      </p:sp>
      <p:sp>
        <p:nvSpPr>
          <p:cNvPr id="17" name="divider">
            <a:extLst xmlns:a="http://schemas.openxmlformats.org/drawingml/2006/main">
              <a:ext uri="{FF2B5EF4-FFF2-40B4-BE49-F238E27FC236}">
                <a16:creationId xmlns:a16="http://schemas.microsoft.com/office/drawing/2014/main" id="{87A6970B-828C-43AD-9F06-7DC05B7BD2D1}"/>
              </a:ext>
            </a:extLst>
          </p:cNvPr>
          <p:cNvSpPr>
            <a:spLocks xmlns:a="http://schemas.openxmlformats.org/drawingml/2006/main" noGrp="1"/>
          </p:cNvSpPr>
          <p:nvPr/>
        </p:nvSpPr>
        <p:spPr>
          <a:xfrm xmlns:a="http://schemas.openxmlformats.org/drawingml/2006/main">
            <a:off x="8953500" y="3067050"/>
            <a:ext cx="2381250" cy="19050"/>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18" name="problem-head-3">
            <a:extLst xmlns:a="http://schemas.openxmlformats.org/drawingml/2006/main">
              <a:ext uri="{FF2B5EF4-FFF2-40B4-BE49-F238E27FC236}">
                <a16:creationId xmlns:a16="http://schemas.microsoft.com/office/drawing/2014/main" id="{11A997FE-1D2E-4F1B-867A-BF733FD85D5C}"/>
              </a:ext>
            </a:extLst>
          </p:cNvPr>
          <p:cNvSpPr>
            <a:spLocks xmlns:a="http://schemas.openxmlformats.org/drawingml/2006/main" noGrp="1"/>
          </p:cNvSpPr>
          <p:nvPr/>
        </p:nvSpPr>
        <p:spPr>
          <a:xfrm xmlns:a="http://schemas.openxmlformats.org/drawingml/2006/main">
            <a:off x="8953500" y="32956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02A35"/>
                </a:solidFill>
                <a:latin typeface="Arial"/>
                <a:ea typeface="Arial"/>
                <a:cs typeface="Arial"/>
              </a:defRPr>
            </a:defPPr>
            <a:lvl1pPr algn="l">
              <a:defRPr sz="1875" b="1">
                <a:solidFill>
                  <a:srgbClr val="102A35"/>
                </a:solidFill>
                <a:latin typeface="Arial"/>
                <a:ea typeface="Arial"/>
                <a:cs typeface="Arial"/>
              </a:defRPr>
            </a:lvl1pPr>
            <a:lvl2pPr algn="l">
              <a:defRPr sz="1875" b="1">
                <a:solidFill>
                  <a:srgbClr val="102A35"/>
                </a:solidFill>
                <a:latin typeface="Arial"/>
                <a:ea typeface="Arial"/>
                <a:cs typeface="Arial"/>
              </a:defRPr>
            </a:lvl2pPr>
            <a:lvl3pPr algn="l">
              <a:defRPr sz="1875" b="1">
                <a:solidFill>
                  <a:srgbClr val="102A35"/>
                </a:solidFill>
                <a:latin typeface="Arial"/>
                <a:ea typeface="Arial"/>
                <a:cs typeface="Arial"/>
              </a:defRPr>
            </a:lvl3pPr>
            <a:lvl4pPr algn="l">
              <a:defRPr sz="1875" b="1">
                <a:solidFill>
                  <a:srgbClr val="102A35"/>
                </a:solidFill>
                <a:latin typeface="Arial"/>
                <a:ea typeface="Arial"/>
                <a:cs typeface="Arial"/>
              </a:defRPr>
            </a:lvl4pPr>
            <a:lvl5pPr algn="l">
              <a:defRPr sz="1875" b="1">
                <a:solidFill>
                  <a:srgbClr val="102A35"/>
                </a:solidFill>
                <a:latin typeface="Arial"/>
                <a:ea typeface="Arial"/>
                <a:cs typeface="Arial"/>
              </a:defRPr>
            </a:lvl5pPr>
            <a:lvl6pPr algn="l">
              <a:defRPr sz="1875" b="1">
                <a:solidFill>
                  <a:srgbClr val="102A35"/>
                </a:solidFill>
                <a:latin typeface="Arial"/>
                <a:ea typeface="Arial"/>
                <a:cs typeface="Arial"/>
              </a:defRPr>
            </a:lvl6pPr>
            <a:lvl7pPr algn="l">
              <a:defRPr sz="1875" b="1">
                <a:solidFill>
                  <a:srgbClr val="102A35"/>
                </a:solidFill>
                <a:latin typeface="Arial"/>
                <a:ea typeface="Arial"/>
                <a:cs typeface="Arial"/>
              </a:defRPr>
            </a:lvl7pPr>
            <a:lvl8pPr algn="l">
              <a:defRPr sz="1875" b="1">
                <a:solidFill>
                  <a:srgbClr val="102A35"/>
                </a:solidFill>
                <a:latin typeface="Arial"/>
                <a:ea typeface="Arial"/>
                <a:cs typeface="Arial"/>
              </a:defRPr>
            </a:lvl8pPr>
            <a:lvl9pPr algn="l">
              <a:defRPr sz="1875" b="1">
                <a:solidFill>
                  <a:srgbClr val="102A35"/>
                </a:solidFill>
                <a:latin typeface="Arial"/>
                <a:ea typeface="Arial"/>
                <a:cs typeface="Arial"/>
              </a:defRPr>
            </a:lvl9pPr>
          </a:lstStyle>
          <a:p xmlns:a="http://schemas.openxmlformats.org/drawingml/2006/main">
            <a:pPr algn="l">
              <a:lnSpc>
                <a:spcPct val="105000"/>
              </a:lnSpc>
              <a:buNone/>
              <a:defRPr sz="1875" b="1">
                <a:solidFill>
                  <a:srgbClr val="102A35"/>
                </a:solidFill>
                <a:latin typeface="Arial"/>
                <a:ea typeface="Arial"/>
                <a:cs typeface="Arial"/>
              </a:defRPr>
            </a:pPr>
            <a:r>
              <a:rPr sz="1875" b="1">
                <a:solidFill>
                  <a:srgbClr val="102A35"/>
                </a:solidFill>
                <a:latin typeface="Arial"/>
                <a:ea typeface="Arial"/>
                <a:cs typeface="Arial"/>
              </a:rPr>
              <a:t>Evidence</a:t>
            </a:r>
          </a:p>
        </p:txBody>
      </p:sp>
      <p:sp>
        <p:nvSpPr>
          <p:cNvPr id="19" name="problem-body-3">
            <a:extLst xmlns:a="http://schemas.openxmlformats.org/drawingml/2006/main">
              <a:ext uri="{FF2B5EF4-FFF2-40B4-BE49-F238E27FC236}">
                <a16:creationId xmlns:a16="http://schemas.microsoft.com/office/drawing/2014/main" id="{9A1F04B0-8F71-499A-89EE-AC0F50CC0390}"/>
              </a:ext>
            </a:extLst>
          </p:cNvPr>
          <p:cNvSpPr>
            <a:spLocks xmlns:a="http://schemas.openxmlformats.org/drawingml/2006/main" noGrp="1"/>
          </p:cNvSpPr>
          <p:nvPr/>
        </p:nvSpPr>
        <p:spPr>
          <a:xfrm xmlns:a="http://schemas.openxmlformats.org/drawingml/2006/main">
            <a:off x="8953500" y="3829050"/>
            <a:ext cx="23050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5606A"/>
                </a:solidFill>
                <a:latin typeface="Arial"/>
                <a:ea typeface="Arial"/>
                <a:cs typeface="Arial"/>
              </a:defRPr>
            </a:defPPr>
            <a:lvl1pPr algn="l">
              <a:defRPr sz="1425" b="0">
                <a:solidFill>
                  <a:srgbClr val="45606A"/>
                </a:solidFill>
                <a:latin typeface="Arial"/>
                <a:ea typeface="Arial"/>
                <a:cs typeface="Arial"/>
              </a:defRPr>
            </a:lvl1pPr>
            <a:lvl2pPr algn="l">
              <a:defRPr sz="1425" b="0">
                <a:solidFill>
                  <a:srgbClr val="45606A"/>
                </a:solidFill>
                <a:latin typeface="Arial"/>
                <a:ea typeface="Arial"/>
                <a:cs typeface="Arial"/>
              </a:defRPr>
            </a:lvl2pPr>
            <a:lvl3pPr algn="l">
              <a:defRPr sz="1425" b="0">
                <a:solidFill>
                  <a:srgbClr val="45606A"/>
                </a:solidFill>
                <a:latin typeface="Arial"/>
                <a:ea typeface="Arial"/>
                <a:cs typeface="Arial"/>
              </a:defRPr>
            </a:lvl3pPr>
            <a:lvl4pPr algn="l">
              <a:defRPr sz="1425" b="0">
                <a:solidFill>
                  <a:srgbClr val="45606A"/>
                </a:solidFill>
                <a:latin typeface="Arial"/>
                <a:ea typeface="Arial"/>
                <a:cs typeface="Arial"/>
              </a:defRPr>
            </a:lvl4pPr>
            <a:lvl5pPr algn="l">
              <a:defRPr sz="1425" b="0">
                <a:solidFill>
                  <a:srgbClr val="45606A"/>
                </a:solidFill>
                <a:latin typeface="Arial"/>
                <a:ea typeface="Arial"/>
                <a:cs typeface="Arial"/>
              </a:defRPr>
            </a:lvl5pPr>
            <a:lvl6pPr algn="l">
              <a:defRPr sz="1425" b="0">
                <a:solidFill>
                  <a:srgbClr val="45606A"/>
                </a:solidFill>
                <a:latin typeface="Arial"/>
                <a:ea typeface="Arial"/>
                <a:cs typeface="Arial"/>
              </a:defRPr>
            </a:lvl6pPr>
            <a:lvl7pPr algn="l">
              <a:defRPr sz="1425" b="0">
                <a:solidFill>
                  <a:srgbClr val="45606A"/>
                </a:solidFill>
                <a:latin typeface="Arial"/>
                <a:ea typeface="Arial"/>
                <a:cs typeface="Arial"/>
              </a:defRPr>
            </a:lvl7pPr>
            <a:lvl8pPr algn="l">
              <a:defRPr sz="1425" b="0">
                <a:solidFill>
                  <a:srgbClr val="45606A"/>
                </a:solidFill>
                <a:latin typeface="Arial"/>
                <a:ea typeface="Arial"/>
                <a:cs typeface="Arial"/>
              </a:defRPr>
            </a:lvl8pPr>
            <a:lvl9pPr algn="l">
              <a:defRPr sz="1425" b="0">
                <a:solidFill>
                  <a:srgbClr val="45606A"/>
                </a:solidFill>
                <a:latin typeface="Arial"/>
                <a:ea typeface="Arial"/>
                <a:cs typeface="Arial"/>
              </a:defRPr>
            </a:lvl9pPr>
          </a:lstStyle>
          <a:p xmlns:a="http://schemas.openxmlformats.org/drawingml/2006/main">
            <a:pPr algn="l">
              <a:lnSpc>
                <a:spcPct val="112000"/>
              </a:lnSpc>
              <a:buNone/>
              <a:defRPr sz="1425" b="0">
                <a:solidFill>
                  <a:srgbClr val="45606A"/>
                </a:solidFill>
                <a:latin typeface="Arial"/>
                <a:ea typeface="Arial"/>
                <a:cs typeface="Arial"/>
              </a:defRPr>
            </a:pPr>
            <a:r>
              <a:rPr sz="1425" b="0">
                <a:solidFill>
                  <a:srgbClr val="45606A"/>
                </a:solidFill>
                <a:latin typeface="Arial"/>
                <a:ea typeface="Arial"/>
                <a:cs typeface="Arial"/>
              </a:rPr>
              <a:t>Can a reviewer inspect the supporting source?</a:t>
            </a:r>
          </a:p>
        </p:txBody>
      </p:sp>
      <p:sp>
        <p:nvSpPr>
          <p:cNvPr id="20" name="hypothesis-rule">
            <a:extLst xmlns:a="http://schemas.openxmlformats.org/drawingml/2006/main">
              <a:ext uri="{FF2B5EF4-FFF2-40B4-BE49-F238E27FC236}">
                <a16:creationId xmlns:a16="http://schemas.microsoft.com/office/drawing/2014/main" id="{4217A71A-5209-4593-B23E-2C58403477C1}"/>
              </a:ext>
            </a:extLst>
          </p:cNvPr>
          <p:cNvSpPr>
            <a:spLocks xmlns:a="http://schemas.openxmlformats.org/drawingml/2006/main" noGrp="1"/>
          </p:cNvSpPr>
          <p:nvPr/>
        </p:nvSpPr>
        <p:spPr>
          <a:xfrm xmlns:a="http://schemas.openxmlformats.org/drawingml/2006/main">
            <a:off x="723900" y="5295900"/>
            <a:ext cx="57150" cy="552450"/>
          </a:xfrm>
          <a:prstGeom xmlns:a="http://schemas.openxmlformats.org/drawingml/2006/main" prst="rect">
            <a:avLst/>
          </a:prstGeom>
          <a:solidFill xmlns:a="http://schemas.openxmlformats.org/drawingml/2006/main">
            <a:srgbClr val="087F82"/>
          </a:solidFill>
          <a:ln xmlns:a="http://schemas.openxmlformats.org/drawingml/2006/main" w="0">
            <a:noFill/>
            <a:prstDash val="solid"/>
          </a:ln>
        </p:spPr>
      </p:sp>
      <p:sp>
        <p:nvSpPr>
          <p:cNvPr id="21" name="hypothesis">
            <a:extLst xmlns:a="http://schemas.openxmlformats.org/drawingml/2006/main">
              <a:ext uri="{FF2B5EF4-FFF2-40B4-BE49-F238E27FC236}">
                <a16:creationId xmlns:a16="http://schemas.microsoft.com/office/drawing/2014/main" id="{4D307394-33A8-4CBE-9F59-23407B0D7355}"/>
              </a:ext>
            </a:extLst>
          </p:cNvPr>
          <p:cNvSpPr>
            <a:spLocks xmlns:a="http://schemas.openxmlformats.org/drawingml/2006/main" noGrp="1"/>
          </p:cNvSpPr>
          <p:nvPr/>
        </p:nvSpPr>
        <p:spPr>
          <a:xfrm xmlns:a="http://schemas.openxmlformats.org/drawingml/2006/main">
            <a:off x="952500" y="5267325"/>
            <a:ext cx="1009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A35"/>
                </a:solidFill>
                <a:latin typeface="Arial"/>
                <a:ea typeface="Arial"/>
                <a:cs typeface="Arial"/>
              </a:defRPr>
            </a:defPPr>
            <a:lvl1pPr algn="l">
              <a:defRPr sz="1800" b="1">
                <a:solidFill>
                  <a:srgbClr val="102A35"/>
                </a:solidFill>
                <a:latin typeface="Arial"/>
                <a:ea typeface="Arial"/>
                <a:cs typeface="Arial"/>
              </a:defRPr>
            </a:lvl1pPr>
            <a:lvl2pPr algn="l">
              <a:defRPr sz="1800" b="1">
                <a:solidFill>
                  <a:srgbClr val="102A35"/>
                </a:solidFill>
                <a:latin typeface="Arial"/>
                <a:ea typeface="Arial"/>
                <a:cs typeface="Arial"/>
              </a:defRPr>
            </a:lvl2pPr>
            <a:lvl3pPr algn="l">
              <a:defRPr sz="1800" b="1">
                <a:solidFill>
                  <a:srgbClr val="102A35"/>
                </a:solidFill>
                <a:latin typeface="Arial"/>
                <a:ea typeface="Arial"/>
                <a:cs typeface="Arial"/>
              </a:defRPr>
            </a:lvl3pPr>
            <a:lvl4pPr algn="l">
              <a:defRPr sz="1800" b="1">
                <a:solidFill>
                  <a:srgbClr val="102A35"/>
                </a:solidFill>
                <a:latin typeface="Arial"/>
                <a:ea typeface="Arial"/>
                <a:cs typeface="Arial"/>
              </a:defRPr>
            </a:lvl4pPr>
            <a:lvl5pPr algn="l">
              <a:defRPr sz="1800" b="1">
                <a:solidFill>
                  <a:srgbClr val="102A35"/>
                </a:solidFill>
                <a:latin typeface="Arial"/>
                <a:ea typeface="Arial"/>
                <a:cs typeface="Arial"/>
              </a:defRPr>
            </a:lvl5pPr>
            <a:lvl6pPr algn="l">
              <a:defRPr sz="1800" b="1">
                <a:solidFill>
                  <a:srgbClr val="102A35"/>
                </a:solidFill>
                <a:latin typeface="Arial"/>
                <a:ea typeface="Arial"/>
                <a:cs typeface="Arial"/>
              </a:defRPr>
            </a:lvl6pPr>
            <a:lvl7pPr algn="l">
              <a:defRPr sz="1800" b="1">
                <a:solidFill>
                  <a:srgbClr val="102A35"/>
                </a:solidFill>
                <a:latin typeface="Arial"/>
                <a:ea typeface="Arial"/>
                <a:cs typeface="Arial"/>
              </a:defRPr>
            </a:lvl7pPr>
            <a:lvl8pPr algn="l">
              <a:defRPr sz="1800" b="1">
                <a:solidFill>
                  <a:srgbClr val="102A35"/>
                </a:solidFill>
                <a:latin typeface="Arial"/>
                <a:ea typeface="Arial"/>
                <a:cs typeface="Arial"/>
              </a:defRPr>
            </a:lvl8pPr>
            <a:lvl9pPr algn="l">
              <a:defRPr sz="1800" b="1">
                <a:solidFill>
                  <a:srgbClr val="102A35"/>
                </a:solidFill>
                <a:latin typeface="Arial"/>
                <a:ea typeface="Arial"/>
                <a:cs typeface="Arial"/>
              </a:defRPr>
            </a:lvl9pPr>
          </a:lstStyle>
          <a:p xmlns:a="http://schemas.openxmlformats.org/drawingml/2006/main">
            <a:pPr algn="l">
              <a:lnSpc>
                <a:spcPct val="108000"/>
              </a:lnSpc>
              <a:buNone/>
              <a:defRPr sz="1800" b="1">
                <a:solidFill>
                  <a:srgbClr val="102A35"/>
                </a:solidFill>
                <a:latin typeface="Arial"/>
                <a:ea typeface="Arial"/>
                <a:cs typeface="Arial"/>
              </a:defRPr>
            </a:pPr>
            <a:r>
              <a:rPr sz="1800" b="1">
                <a:solidFill>
                  <a:srgbClr val="102A35"/>
                </a:solidFill>
                <a:latin typeface="Arial"/>
                <a:ea typeface="Arial"/>
                <a:cs typeface="Arial"/>
              </a:rPr>
              <a:t>Product hypothesis to test: people need legal work they can inspect, not only generated prose.</a:t>
            </a:r>
          </a:p>
        </p:txBody>
      </p:sp>
    </p:spTree>
    <p:extLst>
      <p:ext uri="{BB962C8B-B14F-4D97-AF65-F5344CB8AC3E}">
        <p14:creationId xmlns:p14="http://schemas.microsoft.com/office/powerpoint/2010/main" val="1879025937"/>
      </p:ext>
    </p:extLst>
  </p:cSld>
</p:sld>
</file>

<file path=ppt/slides/slide3.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25" name="section-label">
            <a:extLst xmlns:a="http://schemas.openxmlformats.org/drawingml/2006/main">
              <a:ext uri="{FF2B5EF4-FFF2-40B4-BE49-F238E27FC236}">
                <a16:creationId xmlns:a16="http://schemas.microsoft.com/office/drawing/2014/main" id="{91DF10A7-B8E7-469F-AD9E-9A7F0D727639}"/>
              </a:ext>
            </a:extLst>
          </p:cNvPr>
          <p:cNvSpPr>
            <a:spLocks xmlns:a="http://schemas.openxmlformats.org/drawingml/2006/main" noGrp="1"/>
          </p:cNvSpPr>
          <p:nvPr/>
        </p:nvSpPr>
        <p:spPr>
          <a:xfrm xmlns:a="http://schemas.openxmlformats.org/drawingml/2006/main">
            <a:off x="685800" y="4381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87F82"/>
                </a:solidFill>
                <a:latin typeface="Arial"/>
                <a:ea typeface="Arial"/>
                <a:cs typeface="Arial"/>
              </a:defRPr>
            </a:defPPr>
            <a:lvl1pPr algn="l">
              <a:defRPr sz="1125" b="1">
                <a:solidFill>
                  <a:srgbClr val="087F82"/>
                </a:solidFill>
                <a:latin typeface="Arial"/>
                <a:ea typeface="Arial"/>
                <a:cs typeface="Arial"/>
              </a:defRPr>
            </a:lvl1pPr>
            <a:lvl2pPr algn="l">
              <a:defRPr sz="1125" b="1">
                <a:solidFill>
                  <a:srgbClr val="087F82"/>
                </a:solidFill>
                <a:latin typeface="Arial"/>
                <a:ea typeface="Arial"/>
                <a:cs typeface="Arial"/>
              </a:defRPr>
            </a:lvl2pPr>
            <a:lvl3pPr algn="l">
              <a:defRPr sz="1125" b="1">
                <a:solidFill>
                  <a:srgbClr val="087F82"/>
                </a:solidFill>
                <a:latin typeface="Arial"/>
                <a:ea typeface="Arial"/>
                <a:cs typeface="Arial"/>
              </a:defRPr>
            </a:lvl3pPr>
            <a:lvl4pPr algn="l">
              <a:defRPr sz="1125" b="1">
                <a:solidFill>
                  <a:srgbClr val="087F82"/>
                </a:solidFill>
                <a:latin typeface="Arial"/>
                <a:ea typeface="Arial"/>
                <a:cs typeface="Arial"/>
              </a:defRPr>
            </a:lvl4pPr>
            <a:lvl5pPr algn="l">
              <a:defRPr sz="1125" b="1">
                <a:solidFill>
                  <a:srgbClr val="087F82"/>
                </a:solidFill>
                <a:latin typeface="Arial"/>
                <a:ea typeface="Arial"/>
                <a:cs typeface="Arial"/>
              </a:defRPr>
            </a:lvl5pPr>
            <a:lvl6pPr algn="l">
              <a:defRPr sz="1125" b="1">
                <a:solidFill>
                  <a:srgbClr val="087F82"/>
                </a:solidFill>
                <a:latin typeface="Arial"/>
                <a:ea typeface="Arial"/>
                <a:cs typeface="Arial"/>
              </a:defRPr>
            </a:lvl6pPr>
            <a:lvl7pPr algn="l">
              <a:defRPr sz="1125" b="1">
                <a:solidFill>
                  <a:srgbClr val="087F82"/>
                </a:solidFill>
                <a:latin typeface="Arial"/>
                <a:ea typeface="Arial"/>
                <a:cs typeface="Arial"/>
              </a:defRPr>
            </a:lvl7pPr>
            <a:lvl8pPr algn="l">
              <a:defRPr sz="1125" b="1">
                <a:solidFill>
                  <a:srgbClr val="087F82"/>
                </a:solidFill>
                <a:latin typeface="Arial"/>
                <a:ea typeface="Arial"/>
                <a:cs typeface="Arial"/>
              </a:defRPr>
            </a:lvl8pPr>
            <a:lvl9pPr algn="l">
              <a:defRPr sz="1125" b="1">
                <a:solidFill>
                  <a:srgbClr val="087F82"/>
                </a:solidFill>
                <a:latin typeface="Arial"/>
                <a:ea typeface="Arial"/>
                <a:cs typeface="Arial"/>
              </a:defRPr>
            </a:lvl9pPr>
          </a:lstStyle>
          <a:p xmlns:a="http://schemas.openxmlformats.org/drawingml/2006/main">
            <a:pPr algn="l">
              <a:lnSpc>
                <a:spcPct val="105000"/>
              </a:lnSpc>
              <a:buNone/>
              <a:defRPr sz="1125" b="1">
                <a:solidFill>
                  <a:srgbClr val="087F82"/>
                </a:solidFill>
                <a:latin typeface="Arial"/>
                <a:ea typeface="Arial"/>
                <a:cs typeface="Arial"/>
              </a:defRPr>
            </a:pPr>
            <a:r>
              <a:rPr sz="1125" b="1">
                <a:solidFill>
                  <a:srgbClr val="087F82"/>
                </a:solidFill>
                <a:latin typeface="Arial"/>
                <a:ea typeface="Arial"/>
                <a:cs typeface="Arial"/>
              </a:rPr>
              <a:t>THE PRODUCT</a:t>
            </a:r>
          </a:p>
        </p:txBody>
      </p:sp>
      <p:sp>
        <p:nvSpPr>
          <p:cNvPr id="2" name="slide-title">
            <a:extLst xmlns:a="http://schemas.openxmlformats.org/drawingml/2006/main">
              <a:ext uri="{FF2B5EF4-FFF2-40B4-BE49-F238E27FC236}">
                <a16:creationId xmlns:a16="http://schemas.microsoft.com/office/drawing/2014/main" id="{0D7582DE-2081-4456-B649-86D1B152EC18}"/>
              </a:ext>
            </a:extLst>
          </p:cNvPr>
          <p:cNvSpPr>
            <a:spLocks xmlns:a="http://schemas.openxmlformats.org/drawingml/2006/main" noGrp="1"/>
          </p:cNvSpPr>
          <p:nvPr/>
        </p:nvSpPr>
        <p:spPr>
          <a:xfrm xmlns:a="http://schemas.openxmlformats.org/drawingml/2006/main">
            <a:off x="685800" y="790575"/>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2A35"/>
                </a:solidFill>
                <a:latin typeface="Arial"/>
                <a:ea typeface="Arial"/>
                <a:cs typeface="Arial"/>
              </a:defRPr>
            </a:defPPr>
            <a:lvl1pPr algn="l">
              <a:defRPr sz="3225" b="1">
                <a:solidFill>
                  <a:srgbClr val="102A35"/>
                </a:solidFill>
                <a:latin typeface="Arial"/>
                <a:ea typeface="Arial"/>
                <a:cs typeface="Arial"/>
              </a:defRPr>
            </a:lvl1pPr>
            <a:lvl2pPr algn="l">
              <a:defRPr sz="3225" b="1">
                <a:solidFill>
                  <a:srgbClr val="102A35"/>
                </a:solidFill>
                <a:latin typeface="Arial"/>
                <a:ea typeface="Arial"/>
                <a:cs typeface="Arial"/>
              </a:defRPr>
            </a:lvl2pPr>
            <a:lvl3pPr algn="l">
              <a:defRPr sz="3225" b="1">
                <a:solidFill>
                  <a:srgbClr val="102A35"/>
                </a:solidFill>
                <a:latin typeface="Arial"/>
                <a:ea typeface="Arial"/>
                <a:cs typeface="Arial"/>
              </a:defRPr>
            </a:lvl3pPr>
            <a:lvl4pPr algn="l">
              <a:defRPr sz="3225" b="1">
                <a:solidFill>
                  <a:srgbClr val="102A35"/>
                </a:solidFill>
                <a:latin typeface="Arial"/>
                <a:ea typeface="Arial"/>
                <a:cs typeface="Arial"/>
              </a:defRPr>
            </a:lvl4pPr>
            <a:lvl5pPr algn="l">
              <a:defRPr sz="3225" b="1">
                <a:solidFill>
                  <a:srgbClr val="102A35"/>
                </a:solidFill>
                <a:latin typeface="Arial"/>
                <a:ea typeface="Arial"/>
                <a:cs typeface="Arial"/>
              </a:defRPr>
            </a:lvl5pPr>
            <a:lvl6pPr algn="l">
              <a:defRPr sz="3225" b="1">
                <a:solidFill>
                  <a:srgbClr val="102A35"/>
                </a:solidFill>
                <a:latin typeface="Arial"/>
                <a:ea typeface="Arial"/>
                <a:cs typeface="Arial"/>
              </a:defRPr>
            </a:lvl6pPr>
            <a:lvl7pPr algn="l">
              <a:defRPr sz="3225" b="1">
                <a:solidFill>
                  <a:srgbClr val="102A35"/>
                </a:solidFill>
                <a:latin typeface="Arial"/>
                <a:ea typeface="Arial"/>
                <a:cs typeface="Arial"/>
              </a:defRPr>
            </a:lvl7pPr>
            <a:lvl8pPr algn="l">
              <a:defRPr sz="3225" b="1">
                <a:solidFill>
                  <a:srgbClr val="102A35"/>
                </a:solidFill>
                <a:latin typeface="Arial"/>
                <a:ea typeface="Arial"/>
                <a:cs typeface="Arial"/>
              </a:defRPr>
            </a:lvl8pPr>
            <a:lvl9pPr algn="l">
              <a:defRPr sz="3225" b="1">
                <a:solidFill>
                  <a:srgbClr val="102A35"/>
                </a:solidFill>
                <a:latin typeface="Arial"/>
                <a:ea typeface="Arial"/>
                <a:cs typeface="Arial"/>
              </a:defRPr>
            </a:lvl9pPr>
          </a:lstStyle>
          <a:p xmlns:a="http://schemas.openxmlformats.org/drawingml/2006/main">
            <a:pPr algn="l">
              <a:lnSpc>
                <a:spcPct val="98000"/>
              </a:lnSpc>
              <a:buNone/>
              <a:defRPr sz="3225" b="1">
                <a:solidFill>
                  <a:srgbClr val="102A35"/>
                </a:solidFill>
                <a:latin typeface="Arial"/>
                <a:ea typeface="Arial"/>
                <a:cs typeface="Arial"/>
              </a:defRPr>
            </a:pPr>
            <a:r>
              <a:rPr sz="3225" b="1">
                <a:solidFill>
                  <a:srgbClr val="102A35"/>
                </a:solidFill>
                <a:latin typeface="Arial"/>
                <a:ea typeface="Arial"/>
                <a:cs typeface="Arial"/>
              </a:rPr>
              <a:t>A workflow surface is already in place</a:t>
            </a:r>
          </a:p>
        </p:txBody>
      </p:sp>
      <p:sp>
        <p:nvSpPr>
          <p:cNvPr id="3" name="current-tag">
            <a:extLst xmlns:a="http://schemas.openxmlformats.org/drawingml/2006/main">
              <a:ext uri="{FF2B5EF4-FFF2-40B4-BE49-F238E27FC236}">
                <a16:creationId xmlns:a16="http://schemas.microsoft.com/office/drawing/2014/main" id="{1A7955DA-1491-4392-8116-41EAC4F2DB74}"/>
              </a:ext>
            </a:extLst>
          </p:cNvPr>
          <p:cNvSpPr>
            <a:spLocks xmlns:a="http://schemas.openxmlformats.org/drawingml/2006/main" noGrp="1"/>
          </p:cNvSpPr>
          <p:nvPr/>
        </p:nvSpPr>
        <p:spPr>
          <a:xfrm xmlns:a="http://schemas.openxmlformats.org/drawingml/2006/main">
            <a:off x="723900" y="1819275"/>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87F82"/>
                </a:solidFill>
                <a:latin typeface="Arial"/>
                <a:ea typeface="Arial"/>
                <a:cs typeface="Arial"/>
              </a:defRPr>
            </a:defPPr>
            <a:lvl1pPr algn="l">
              <a:defRPr sz="1125" b="1">
                <a:solidFill>
                  <a:srgbClr val="087F82"/>
                </a:solidFill>
                <a:latin typeface="Arial"/>
                <a:ea typeface="Arial"/>
                <a:cs typeface="Arial"/>
              </a:defRPr>
            </a:lvl1pPr>
            <a:lvl2pPr algn="l">
              <a:defRPr sz="1125" b="1">
                <a:solidFill>
                  <a:srgbClr val="087F82"/>
                </a:solidFill>
                <a:latin typeface="Arial"/>
                <a:ea typeface="Arial"/>
                <a:cs typeface="Arial"/>
              </a:defRPr>
            </a:lvl2pPr>
            <a:lvl3pPr algn="l">
              <a:defRPr sz="1125" b="1">
                <a:solidFill>
                  <a:srgbClr val="087F82"/>
                </a:solidFill>
                <a:latin typeface="Arial"/>
                <a:ea typeface="Arial"/>
                <a:cs typeface="Arial"/>
              </a:defRPr>
            </a:lvl3pPr>
            <a:lvl4pPr algn="l">
              <a:defRPr sz="1125" b="1">
                <a:solidFill>
                  <a:srgbClr val="087F82"/>
                </a:solidFill>
                <a:latin typeface="Arial"/>
                <a:ea typeface="Arial"/>
                <a:cs typeface="Arial"/>
              </a:defRPr>
            </a:lvl4pPr>
            <a:lvl5pPr algn="l">
              <a:defRPr sz="1125" b="1">
                <a:solidFill>
                  <a:srgbClr val="087F82"/>
                </a:solidFill>
                <a:latin typeface="Arial"/>
                <a:ea typeface="Arial"/>
                <a:cs typeface="Arial"/>
              </a:defRPr>
            </a:lvl5pPr>
            <a:lvl6pPr algn="l">
              <a:defRPr sz="1125" b="1">
                <a:solidFill>
                  <a:srgbClr val="087F82"/>
                </a:solidFill>
                <a:latin typeface="Arial"/>
                <a:ea typeface="Arial"/>
                <a:cs typeface="Arial"/>
              </a:defRPr>
            </a:lvl6pPr>
            <a:lvl7pPr algn="l">
              <a:defRPr sz="1125" b="1">
                <a:solidFill>
                  <a:srgbClr val="087F82"/>
                </a:solidFill>
                <a:latin typeface="Arial"/>
                <a:ea typeface="Arial"/>
                <a:cs typeface="Arial"/>
              </a:defRPr>
            </a:lvl7pPr>
            <a:lvl8pPr algn="l">
              <a:defRPr sz="1125" b="1">
                <a:solidFill>
                  <a:srgbClr val="087F82"/>
                </a:solidFill>
                <a:latin typeface="Arial"/>
                <a:ea typeface="Arial"/>
                <a:cs typeface="Arial"/>
              </a:defRPr>
            </a:lvl8pPr>
            <a:lvl9pPr algn="l">
              <a:defRPr sz="1125" b="1">
                <a:solidFill>
                  <a:srgbClr val="087F82"/>
                </a:solidFill>
                <a:latin typeface="Arial"/>
                <a:ea typeface="Arial"/>
                <a:cs typeface="Arial"/>
              </a:defRPr>
            </a:lvl9pPr>
          </a:lstStyle>
          <a:p xmlns:a="http://schemas.openxmlformats.org/drawingml/2006/main">
            <a:pPr algn="l">
              <a:lnSpc>
                <a:spcPct val="105000"/>
              </a:lnSpc>
              <a:buNone/>
              <a:defRPr sz="1125" b="1">
                <a:solidFill>
                  <a:srgbClr val="087F82"/>
                </a:solidFill>
                <a:latin typeface="Arial"/>
                <a:ea typeface="Arial"/>
                <a:cs typeface="Arial"/>
              </a:defRPr>
            </a:pPr>
            <a:r>
              <a:rPr sz="1125" b="1">
                <a:solidFill>
                  <a:srgbClr val="087F82"/>
                </a:solidFill>
                <a:latin typeface="Arial"/>
                <a:ea typeface="Arial"/>
                <a:cs typeface="Arial"/>
              </a:rPr>
              <a:t>CURRENT WORKFLOW FOUNDATION</a:t>
            </a:r>
          </a:p>
        </p:txBody>
      </p:sp>
      <p:sp>
        <p:nvSpPr>
          <p:cNvPr id="4" name="workflow-step-0">
            <a:extLst xmlns:a="http://schemas.openxmlformats.org/drawingml/2006/main">
              <a:ext uri="{FF2B5EF4-FFF2-40B4-BE49-F238E27FC236}">
                <a16:creationId xmlns:a16="http://schemas.microsoft.com/office/drawing/2014/main" id="{3B5BF9AF-85A6-45FC-85CC-EF84FF7ECBB6}"/>
              </a:ext>
            </a:extLst>
          </p:cNvPr>
          <p:cNvSpPr>
            <a:spLocks xmlns:a="http://schemas.openxmlformats.org/drawingml/2006/main" noGrp="1"/>
          </p:cNvSpPr>
          <p:nvPr/>
        </p:nvSpPr>
        <p:spPr>
          <a:xfrm xmlns:a="http://schemas.openxmlformats.org/drawingml/2006/main">
            <a:off x="723900" y="2533650"/>
            <a:ext cx="2190750" cy="1866900"/>
          </a:xfrm>
          <a:prstGeom xmlns:a="http://schemas.openxmlformats.org/drawingml/2006/main" prst="rect">
            <a:avLst/>
          </a:prstGeom>
          <a:solidFill xmlns:a="http://schemas.openxmlformats.org/drawingml/2006/main">
            <a:srgbClr val="D6EEE6"/>
          </a:solidFill>
          <a:ln xmlns:a="http://schemas.openxmlformats.org/drawingml/2006/main" w="0">
            <a:noFill/>
            <a:prstDash val="solid"/>
          </a:ln>
        </p:spPr>
      </p:sp>
      <p:sp>
        <p:nvSpPr>
          <p:cNvPr id="5" name="workflow-index-0">
            <a:extLst xmlns:a="http://schemas.openxmlformats.org/drawingml/2006/main">
              <a:ext uri="{FF2B5EF4-FFF2-40B4-BE49-F238E27FC236}">
                <a16:creationId xmlns:a16="http://schemas.microsoft.com/office/drawing/2014/main" id="{3541AF48-45AC-4E0F-945C-9957AE8DBA58}"/>
              </a:ext>
            </a:extLst>
          </p:cNvPr>
          <p:cNvSpPr>
            <a:spLocks xmlns:a="http://schemas.openxmlformats.org/drawingml/2006/main" noGrp="1"/>
          </p:cNvSpPr>
          <p:nvPr/>
        </p:nvSpPr>
        <p:spPr>
          <a:xfrm xmlns:a="http://schemas.openxmlformats.org/drawingml/2006/main">
            <a:off x="914400" y="2724150"/>
            <a:ext cx="514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F82"/>
                </a:solidFill>
                <a:latin typeface="Arial"/>
                <a:ea typeface="Arial"/>
                <a:cs typeface="Arial"/>
              </a:defRPr>
            </a:defPPr>
            <a:lvl1pPr algn="l">
              <a:defRPr sz="1275" b="1">
                <a:solidFill>
                  <a:srgbClr val="087F82"/>
                </a:solidFill>
                <a:latin typeface="Arial"/>
                <a:ea typeface="Arial"/>
                <a:cs typeface="Arial"/>
              </a:defRPr>
            </a:lvl1pPr>
            <a:lvl2pPr algn="l">
              <a:defRPr sz="1275" b="1">
                <a:solidFill>
                  <a:srgbClr val="087F82"/>
                </a:solidFill>
                <a:latin typeface="Arial"/>
                <a:ea typeface="Arial"/>
                <a:cs typeface="Arial"/>
              </a:defRPr>
            </a:lvl2pPr>
            <a:lvl3pPr algn="l">
              <a:defRPr sz="1275" b="1">
                <a:solidFill>
                  <a:srgbClr val="087F82"/>
                </a:solidFill>
                <a:latin typeface="Arial"/>
                <a:ea typeface="Arial"/>
                <a:cs typeface="Arial"/>
              </a:defRPr>
            </a:lvl3pPr>
            <a:lvl4pPr algn="l">
              <a:defRPr sz="1275" b="1">
                <a:solidFill>
                  <a:srgbClr val="087F82"/>
                </a:solidFill>
                <a:latin typeface="Arial"/>
                <a:ea typeface="Arial"/>
                <a:cs typeface="Arial"/>
              </a:defRPr>
            </a:lvl4pPr>
            <a:lvl5pPr algn="l">
              <a:defRPr sz="1275" b="1">
                <a:solidFill>
                  <a:srgbClr val="087F82"/>
                </a:solidFill>
                <a:latin typeface="Arial"/>
                <a:ea typeface="Arial"/>
                <a:cs typeface="Arial"/>
              </a:defRPr>
            </a:lvl5pPr>
            <a:lvl6pPr algn="l">
              <a:defRPr sz="1275" b="1">
                <a:solidFill>
                  <a:srgbClr val="087F82"/>
                </a:solidFill>
                <a:latin typeface="Arial"/>
                <a:ea typeface="Arial"/>
                <a:cs typeface="Arial"/>
              </a:defRPr>
            </a:lvl6pPr>
            <a:lvl7pPr algn="l">
              <a:defRPr sz="1275" b="1">
                <a:solidFill>
                  <a:srgbClr val="087F82"/>
                </a:solidFill>
                <a:latin typeface="Arial"/>
                <a:ea typeface="Arial"/>
                <a:cs typeface="Arial"/>
              </a:defRPr>
            </a:lvl7pPr>
            <a:lvl8pPr algn="l">
              <a:defRPr sz="1275" b="1">
                <a:solidFill>
                  <a:srgbClr val="087F82"/>
                </a:solidFill>
                <a:latin typeface="Arial"/>
                <a:ea typeface="Arial"/>
                <a:cs typeface="Arial"/>
              </a:defRPr>
            </a:lvl8pPr>
            <a:lvl9pPr algn="l">
              <a:defRPr sz="1275" b="1">
                <a:solidFill>
                  <a:srgbClr val="087F82"/>
                </a:solidFill>
                <a:latin typeface="Arial"/>
                <a:ea typeface="Arial"/>
                <a:cs typeface="Arial"/>
              </a:defRPr>
            </a:lvl9pPr>
          </a:lstStyle>
          <a:p xmlns:a="http://schemas.openxmlformats.org/drawingml/2006/main">
            <a:pPr algn="l">
              <a:lnSpc>
                <a:spcPct val="105000"/>
              </a:lnSpc>
              <a:buNone/>
              <a:defRPr sz="1275" b="1">
                <a:solidFill>
                  <a:srgbClr val="087F82"/>
                </a:solidFill>
                <a:latin typeface="Arial"/>
                <a:ea typeface="Arial"/>
                <a:cs typeface="Arial"/>
              </a:defRPr>
            </a:pPr>
            <a:r>
              <a:rPr sz="1275" b="1">
                <a:solidFill>
                  <a:srgbClr val="087F82"/>
                </a:solidFill>
                <a:latin typeface="Arial"/>
                <a:ea typeface="Arial"/>
                <a:cs typeface="Arial"/>
              </a:rPr>
              <a:t>01</a:t>
            </a:r>
          </a:p>
        </p:txBody>
      </p:sp>
      <p:sp>
        <p:nvSpPr>
          <p:cNvPr id="6" name="workflow-title-0">
            <a:extLst xmlns:a="http://schemas.openxmlformats.org/drawingml/2006/main">
              <a:ext uri="{FF2B5EF4-FFF2-40B4-BE49-F238E27FC236}">
                <a16:creationId xmlns:a16="http://schemas.microsoft.com/office/drawing/2014/main" id="{EA6567EF-1018-4130-A106-93A1A7CAE235}"/>
              </a:ext>
            </a:extLst>
          </p:cNvPr>
          <p:cNvSpPr>
            <a:spLocks xmlns:a="http://schemas.openxmlformats.org/drawingml/2006/main" noGrp="1"/>
          </p:cNvSpPr>
          <p:nvPr/>
        </p:nvSpPr>
        <p:spPr>
          <a:xfrm xmlns:a="http://schemas.openxmlformats.org/drawingml/2006/main">
            <a:off x="914400" y="3105150"/>
            <a:ext cx="1847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A35"/>
                </a:solidFill>
                <a:latin typeface="Arial"/>
                <a:ea typeface="Arial"/>
                <a:cs typeface="Arial"/>
              </a:defRPr>
            </a:defPPr>
            <a:lvl1pPr algn="l">
              <a:defRPr sz="1725" b="1">
                <a:solidFill>
                  <a:srgbClr val="102A35"/>
                </a:solidFill>
                <a:latin typeface="Arial"/>
                <a:ea typeface="Arial"/>
                <a:cs typeface="Arial"/>
              </a:defRPr>
            </a:lvl1pPr>
            <a:lvl2pPr algn="l">
              <a:defRPr sz="1725" b="1">
                <a:solidFill>
                  <a:srgbClr val="102A35"/>
                </a:solidFill>
                <a:latin typeface="Arial"/>
                <a:ea typeface="Arial"/>
                <a:cs typeface="Arial"/>
              </a:defRPr>
            </a:lvl2pPr>
            <a:lvl3pPr algn="l">
              <a:defRPr sz="1725" b="1">
                <a:solidFill>
                  <a:srgbClr val="102A35"/>
                </a:solidFill>
                <a:latin typeface="Arial"/>
                <a:ea typeface="Arial"/>
                <a:cs typeface="Arial"/>
              </a:defRPr>
            </a:lvl3pPr>
            <a:lvl4pPr algn="l">
              <a:defRPr sz="1725" b="1">
                <a:solidFill>
                  <a:srgbClr val="102A35"/>
                </a:solidFill>
                <a:latin typeface="Arial"/>
                <a:ea typeface="Arial"/>
                <a:cs typeface="Arial"/>
              </a:defRPr>
            </a:lvl4pPr>
            <a:lvl5pPr algn="l">
              <a:defRPr sz="1725" b="1">
                <a:solidFill>
                  <a:srgbClr val="102A35"/>
                </a:solidFill>
                <a:latin typeface="Arial"/>
                <a:ea typeface="Arial"/>
                <a:cs typeface="Arial"/>
              </a:defRPr>
            </a:lvl5pPr>
            <a:lvl6pPr algn="l">
              <a:defRPr sz="1725" b="1">
                <a:solidFill>
                  <a:srgbClr val="102A35"/>
                </a:solidFill>
                <a:latin typeface="Arial"/>
                <a:ea typeface="Arial"/>
                <a:cs typeface="Arial"/>
              </a:defRPr>
            </a:lvl6pPr>
            <a:lvl7pPr algn="l">
              <a:defRPr sz="1725" b="1">
                <a:solidFill>
                  <a:srgbClr val="102A35"/>
                </a:solidFill>
                <a:latin typeface="Arial"/>
                <a:ea typeface="Arial"/>
                <a:cs typeface="Arial"/>
              </a:defRPr>
            </a:lvl7pPr>
            <a:lvl8pPr algn="l">
              <a:defRPr sz="1725" b="1">
                <a:solidFill>
                  <a:srgbClr val="102A35"/>
                </a:solidFill>
                <a:latin typeface="Arial"/>
                <a:ea typeface="Arial"/>
                <a:cs typeface="Arial"/>
              </a:defRPr>
            </a:lvl8pPr>
            <a:lvl9pPr algn="l">
              <a:defRPr sz="1725" b="1">
                <a:solidFill>
                  <a:srgbClr val="102A35"/>
                </a:solidFill>
                <a:latin typeface="Arial"/>
                <a:ea typeface="Arial"/>
                <a:cs typeface="Arial"/>
              </a:defRPr>
            </a:lvl9pPr>
          </a:lstStyle>
          <a:p xmlns:a="http://schemas.openxmlformats.org/drawingml/2006/main">
            <a:pPr algn="l">
              <a:lnSpc>
                <a:spcPct val="105000"/>
              </a:lnSpc>
              <a:buNone/>
              <a:defRPr sz="1725" b="1">
                <a:solidFill>
                  <a:srgbClr val="102A35"/>
                </a:solidFill>
                <a:latin typeface="Arial"/>
                <a:ea typeface="Arial"/>
                <a:cs typeface="Arial"/>
              </a:defRPr>
            </a:pPr>
            <a:r>
              <a:rPr sz="1725" b="1">
                <a:solidFill>
                  <a:srgbClr val="102A35"/>
                </a:solidFill>
                <a:latin typeface="Arial"/>
                <a:ea typeface="Arial"/>
                <a:cs typeface="Arial"/>
              </a:rPr>
              <a:t>Ask or draft</a:t>
            </a:r>
          </a:p>
        </p:txBody>
      </p:sp>
      <p:sp>
        <p:nvSpPr>
          <p:cNvPr id="7" name="workflow-body-0">
            <a:extLst xmlns:a="http://schemas.openxmlformats.org/drawingml/2006/main">
              <a:ext uri="{FF2B5EF4-FFF2-40B4-BE49-F238E27FC236}">
                <a16:creationId xmlns:a16="http://schemas.microsoft.com/office/drawing/2014/main" id="{61BF932A-544B-47B3-BC4F-EA7A3A74AB0F}"/>
              </a:ext>
            </a:extLst>
          </p:cNvPr>
          <p:cNvSpPr>
            <a:spLocks xmlns:a="http://schemas.openxmlformats.org/drawingml/2006/main" noGrp="1"/>
          </p:cNvSpPr>
          <p:nvPr/>
        </p:nvSpPr>
        <p:spPr>
          <a:xfrm xmlns:a="http://schemas.openxmlformats.org/drawingml/2006/main">
            <a:off x="914400" y="3571875"/>
            <a:ext cx="1847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45606A"/>
                </a:solidFill>
                <a:latin typeface="Arial"/>
                <a:ea typeface="Arial"/>
                <a:cs typeface="Arial"/>
              </a:defRPr>
            </a:defPPr>
            <a:lvl1pPr algn="l">
              <a:defRPr sz="1275" b="0">
                <a:solidFill>
                  <a:srgbClr val="45606A"/>
                </a:solidFill>
                <a:latin typeface="Arial"/>
                <a:ea typeface="Arial"/>
                <a:cs typeface="Arial"/>
              </a:defRPr>
            </a:lvl1pPr>
            <a:lvl2pPr algn="l">
              <a:defRPr sz="1275" b="0">
                <a:solidFill>
                  <a:srgbClr val="45606A"/>
                </a:solidFill>
                <a:latin typeface="Arial"/>
                <a:ea typeface="Arial"/>
                <a:cs typeface="Arial"/>
              </a:defRPr>
            </a:lvl2pPr>
            <a:lvl3pPr algn="l">
              <a:defRPr sz="1275" b="0">
                <a:solidFill>
                  <a:srgbClr val="45606A"/>
                </a:solidFill>
                <a:latin typeface="Arial"/>
                <a:ea typeface="Arial"/>
                <a:cs typeface="Arial"/>
              </a:defRPr>
            </a:lvl3pPr>
            <a:lvl4pPr algn="l">
              <a:defRPr sz="1275" b="0">
                <a:solidFill>
                  <a:srgbClr val="45606A"/>
                </a:solidFill>
                <a:latin typeface="Arial"/>
                <a:ea typeface="Arial"/>
                <a:cs typeface="Arial"/>
              </a:defRPr>
            </a:lvl4pPr>
            <a:lvl5pPr algn="l">
              <a:defRPr sz="1275" b="0">
                <a:solidFill>
                  <a:srgbClr val="45606A"/>
                </a:solidFill>
                <a:latin typeface="Arial"/>
                <a:ea typeface="Arial"/>
                <a:cs typeface="Arial"/>
              </a:defRPr>
            </a:lvl5pPr>
            <a:lvl6pPr algn="l">
              <a:defRPr sz="1275" b="0">
                <a:solidFill>
                  <a:srgbClr val="45606A"/>
                </a:solidFill>
                <a:latin typeface="Arial"/>
                <a:ea typeface="Arial"/>
                <a:cs typeface="Arial"/>
              </a:defRPr>
            </a:lvl6pPr>
            <a:lvl7pPr algn="l">
              <a:defRPr sz="1275" b="0">
                <a:solidFill>
                  <a:srgbClr val="45606A"/>
                </a:solidFill>
                <a:latin typeface="Arial"/>
                <a:ea typeface="Arial"/>
                <a:cs typeface="Arial"/>
              </a:defRPr>
            </a:lvl7pPr>
            <a:lvl8pPr algn="l">
              <a:defRPr sz="1275" b="0">
                <a:solidFill>
                  <a:srgbClr val="45606A"/>
                </a:solidFill>
                <a:latin typeface="Arial"/>
                <a:ea typeface="Arial"/>
                <a:cs typeface="Arial"/>
              </a:defRPr>
            </a:lvl8pPr>
            <a:lvl9pPr algn="l">
              <a:defRPr sz="1275" b="0">
                <a:solidFill>
                  <a:srgbClr val="45606A"/>
                </a:solidFill>
                <a:latin typeface="Arial"/>
                <a:ea typeface="Arial"/>
                <a:cs typeface="Arial"/>
              </a:defRPr>
            </a:lvl9pPr>
          </a:lstStyle>
          <a:p xmlns:a="http://schemas.openxmlformats.org/drawingml/2006/main">
            <a:pPr algn="l">
              <a:lnSpc>
                <a:spcPct val="112000"/>
              </a:lnSpc>
              <a:buNone/>
              <a:defRPr sz="1275" b="0">
                <a:solidFill>
                  <a:srgbClr val="45606A"/>
                </a:solidFill>
                <a:latin typeface="Arial"/>
                <a:ea typeface="Arial"/>
                <a:cs typeface="Arial"/>
              </a:defRPr>
            </a:pPr>
            <a:r>
              <a:rPr sz="1275" b="0">
                <a:solidFill>
                  <a:srgbClr val="45606A"/>
                </a:solidFill>
                <a:latin typeface="Arial"/>
                <a:ea typeface="Arial"/>
                <a:cs typeface="Arial"/>
              </a:rPr>
              <a:t>A question, summary,</a:t>
            </a:r>
          </a:p>
          <a:p xmlns:a="http://schemas.openxmlformats.org/drawingml/2006/main">
            <a:pPr algn="l">
              <a:lnSpc>
                <a:spcPct val="112000"/>
              </a:lnSpc>
              <a:buNone/>
              <a:defRPr sz="1275" b="0">
                <a:solidFill>
                  <a:srgbClr val="45606A"/>
                </a:solidFill>
                <a:latin typeface="Arial"/>
                <a:ea typeface="Arial"/>
                <a:cs typeface="Arial"/>
              </a:defRPr>
            </a:pPr>
            <a:r>
              <a:rPr sz="1275" b="0">
                <a:solidFill>
                  <a:srgbClr val="45606A"/>
                </a:solidFill>
                <a:latin typeface="Arial"/>
                <a:ea typeface="Arial"/>
                <a:cs typeface="Arial"/>
              </a:rPr>
              <a:t>or document workflow</a:t>
            </a:r>
          </a:p>
        </p:txBody>
      </p:sp>
      <p:sp>
        <p:nvSpPr>
          <p:cNvPr id="8" name="flow-arrow-0">
            <a:extLst xmlns:a="http://schemas.openxmlformats.org/drawingml/2006/main">
              <a:ext uri="{FF2B5EF4-FFF2-40B4-BE49-F238E27FC236}">
                <a16:creationId xmlns:a16="http://schemas.microsoft.com/office/drawing/2014/main" id="{C1E21CC6-158D-4BA5-A723-4C0B5F60AE07}"/>
              </a:ext>
            </a:extLst>
          </p:cNvPr>
          <p:cNvSpPr>
            <a:spLocks xmlns:a="http://schemas.openxmlformats.org/drawingml/2006/main" noGrp="1"/>
          </p:cNvSpPr>
          <p:nvPr/>
        </p:nvSpPr>
        <p:spPr>
          <a:xfrm xmlns:a="http://schemas.openxmlformats.org/drawingml/2006/main">
            <a:off x="3000375" y="3305175"/>
            <a:ext cx="323850" cy="152400"/>
          </a:xfrm>
          <a:prstGeom xmlns:a="http://schemas.openxmlformats.org/drawingml/2006/main" prst="rightArrow">
            <a:avLst/>
          </a:prstGeom>
          <a:solidFill xmlns:a="http://schemas.openxmlformats.org/drawingml/2006/main">
            <a:srgbClr val="087F82"/>
          </a:solidFill>
          <a:ln xmlns:a="http://schemas.openxmlformats.org/drawingml/2006/main" w="0">
            <a:noFill/>
            <a:prstDash val="solid"/>
          </a:ln>
        </p:spPr>
      </p:sp>
      <p:sp>
        <p:nvSpPr>
          <p:cNvPr id="9" name="workflow-step-1">
            <a:extLst xmlns:a="http://schemas.openxmlformats.org/drawingml/2006/main">
              <a:ext uri="{FF2B5EF4-FFF2-40B4-BE49-F238E27FC236}">
                <a16:creationId xmlns:a16="http://schemas.microsoft.com/office/drawing/2014/main" id="{DC27A004-6F75-4F42-BF69-ADA70625D625}"/>
              </a:ext>
            </a:extLst>
          </p:cNvPr>
          <p:cNvSpPr>
            <a:spLocks xmlns:a="http://schemas.openxmlformats.org/drawingml/2006/main" noGrp="1"/>
          </p:cNvSpPr>
          <p:nvPr/>
        </p:nvSpPr>
        <p:spPr>
          <a:xfrm xmlns:a="http://schemas.openxmlformats.org/drawingml/2006/main">
            <a:off x="3371850" y="2533650"/>
            <a:ext cx="2190750" cy="1866900"/>
          </a:xfrm>
          <a:prstGeom xmlns:a="http://schemas.openxmlformats.org/drawingml/2006/main" prst="rect">
            <a:avLst/>
          </a:prstGeom>
          <a:solidFill xmlns:a="http://schemas.openxmlformats.org/drawingml/2006/main">
            <a:srgbClr val="E5ECE8"/>
          </a:solidFill>
          <a:ln xmlns:a="http://schemas.openxmlformats.org/drawingml/2006/main" w="0">
            <a:noFill/>
            <a:prstDash val="solid"/>
          </a:ln>
        </p:spPr>
      </p:sp>
      <p:sp>
        <p:nvSpPr>
          <p:cNvPr id="10" name="workflow-index-1">
            <a:extLst xmlns:a="http://schemas.openxmlformats.org/drawingml/2006/main">
              <a:ext uri="{FF2B5EF4-FFF2-40B4-BE49-F238E27FC236}">
                <a16:creationId xmlns:a16="http://schemas.microsoft.com/office/drawing/2014/main" id="{4377B281-3800-4E1C-B48C-006732D33C8E}"/>
              </a:ext>
            </a:extLst>
          </p:cNvPr>
          <p:cNvSpPr>
            <a:spLocks xmlns:a="http://schemas.openxmlformats.org/drawingml/2006/main" noGrp="1"/>
          </p:cNvSpPr>
          <p:nvPr/>
        </p:nvSpPr>
        <p:spPr>
          <a:xfrm xmlns:a="http://schemas.openxmlformats.org/drawingml/2006/main">
            <a:off x="3562350" y="2724150"/>
            <a:ext cx="514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F82"/>
                </a:solidFill>
                <a:latin typeface="Arial"/>
                <a:ea typeface="Arial"/>
                <a:cs typeface="Arial"/>
              </a:defRPr>
            </a:defPPr>
            <a:lvl1pPr algn="l">
              <a:defRPr sz="1275" b="1">
                <a:solidFill>
                  <a:srgbClr val="087F82"/>
                </a:solidFill>
                <a:latin typeface="Arial"/>
                <a:ea typeface="Arial"/>
                <a:cs typeface="Arial"/>
              </a:defRPr>
            </a:lvl1pPr>
            <a:lvl2pPr algn="l">
              <a:defRPr sz="1275" b="1">
                <a:solidFill>
                  <a:srgbClr val="087F82"/>
                </a:solidFill>
                <a:latin typeface="Arial"/>
                <a:ea typeface="Arial"/>
                <a:cs typeface="Arial"/>
              </a:defRPr>
            </a:lvl2pPr>
            <a:lvl3pPr algn="l">
              <a:defRPr sz="1275" b="1">
                <a:solidFill>
                  <a:srgbClr val="087F82"/>
                </a:solidFill>
                <a:latin typeface="Arial"/>
                <a:ea typeface="Arial"/>
                <a:cs typeface="Arial"/>
              </a:defRPr>
            </a:lvl3pPr>
            <a:lvl4pPr algn="l">
              <a:defRPr sz="1275" b="1">
                <a:solidFill>
                  <a:srgbClr val="087F82"/>
                </a:solidFill>
                <a:latin typeface="Arial"/>
                <a:ea typeface="Arial"/>
                <a:cs typeface="Arial"/>
              </a:defRPr>
            </a:lvl4pPr>
            <a:lvl5pPr algn="l">
              <a:defRPr sz="1275" b="1">
                <a:solidFill>
                  <a:srgbClr val="087F82"/>
                </a:solidFill>
                <a:latin typeface="Arial"/>
                <a:ea typeface="Arial"/>
                <a:cs typeface="Arial"/>
              </a:defRPr>
            </a:lvl5pPr>
            <a:lvl6pPr algn="l">
              <a:defRPr sz="1275" b="1">
                <a:solidFill>
                  <a:srgbClr val="087F82"/>
                </a:solidFill>
                <a:latin typeface="Arial"/>
                <a:ea typeface="Arial"/>
                <a:cs typeface="Arial"/>
              </a:defRPr>
            </a:lvl6pPr>
            <a:lvl7pPr algn="l">
              <a:defRPr sz="1275" b="1">
                <a:solidFill>
                  <a:srgbClr val="087F82"/>
                </a:solidFill>
                <a:latin typeface="Arial"/>
                <a:ea typeface="Arial"/>
                <a:cs typeface="Arial"/>
              </a:defRPr>
            </a:lvl7pPr>
            <a:lvl8pPr algn="l">
              <a:defRPr sz="1275" b="1">
                <a:solidFill>
                  <a:srgbClr val="087F82"/>
                </a:solidFill>
                <a:latin typeface="Arial"/>
                <a:ea typeface="Arial"/>
                <a:cs typeface="Arial"/>
              </a:defRPr>
            </a:lvl8pPr>
            <a:lvl9pPr algn="l">
              <a:defRPr sz="1275" b="1">
                <a:solidFill>
                  <a:srgbClr val="087F82"/>
                </a:solidFill>
                <a:latin typeface="Arial"/>
                <a:ea typeface="Arial"/>
                <a:cs typeface="Arial"/>
              </a:defRPr>
            </a:lvl9pPr>
          </a:lstStyle>
          <a:p xmlns:a="http://schemas.openxmlformats.org/drawingml/2006/main">
            <a:pPr algn="l">
              <a:lnSpc>
                <a:spcPct val="105000"/>
              </a:lnSpc>
              <a:buNone/>
              <a:defRPr sz="1275" b="1">
                <a:solidFill>
                  <a:srgbClr val="087F82"/>
                </a:solidFill>
                <a:latin typeface="Arial"/>
                <a:ea typeface="Arial"/>
                <a:cs typeface="Arial"/>
              </a:defRPr>
            </a:pPr>
            <a:r>
              <a:rPr sz="1275" b="1">
                <a:solidFill>
                  <a:srgbClr val="087F82"/>
                </a:solidFill>
                <a:latin typeface="Arial"/>
                <a:ea typeface="Arial"/>
                <a:cs typeface="Arial"/>
              </a:rPr>
              <a:t>02</a:t>
            </a:r>
          </a:p>
        </p:txBody>
      </p:sp>
      <p:sp>
        <p:nvSpPr>
          <p:cNvPr id="11" name="workflow-title-1">
            <a:extLst xmlns:a="http://schemas.openxmlformats.org/drawingml/2006/main">
              <a:ext uri="{FF2B5EF4-FFF2-40B4-BE49-F238E27FC236}">
                <a16:creationId xmlns:a16="http://schemas.microsoft.com/office/drawing/2014/main" id="{384B4E2C-7469-458E-A86E-AC09A19AA417}"/>
              </a:ext>
            </a:extLst>
          </p:cNvPr>
          <p:cNvSpPr>
            <a:spLocks xmlns:a="http://schemas.openxmlformats.org/drawingml/2006/main" noGrp="1"/>
          </p:cNvSpPr>
          <p:nvPr/>
        </p:nvSpPr>
        <p:spPr>
          <a:xfrm xmlns:a="http://schemas.openxmlformats.org/drawingml/2006/main">
            <a:off x="3562350" y="3105150"/>
            <a:ext cx="1847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A35"/>
                </a:solidFill>
                <a:latin typeface="Arial"/>
                <a:ea typeface="Arial"/>
                <a:cs typeface="Arial"/>
              </a:defRPr>
            </a:defPPr>
            <a:lvl1pPr algn="l">
              <a:defRPr sz="1725" b="1">
                <a:solidFill>
                  <a:srgbClr val="102A35"/>
                </a:solidFill>
                <a:latin typeface="Arial"/>
                <a:ea typeface="Arial"/>
                <a:cs typeface="Arial"/>
              </a:defRPr>
            </a:lvl1pPr>
            <a:lvl2pPr algn="l">
              <a:defRPr sz="1725" b="1">
                <a:solidFill>
                  <a:srgbClr val="102A35"/>
                </a:solidFill>
                <a:latin typeface="Arial"/>
                <a:ea typeface="Arial"/>
                <a:cs typeface="Arial"/>
              </a:defRPr>
            </a:lvl2pPr>
            <a:lvl3pPr algn="l">
              <a:defRPr sz="1725" b="1">
                <a:solidFill>
                  <a:srgbClr val="102A35"/>
                </a:solidFill>
                <a:latin typeface="Arial"/>
                <a:ea typeface="Arial"/>
                <a:cs typeface="Arial"/>
              </a:defRPr>
            </a:lvl3pPr>
            <a:lvl4pPr algn="l">
              <a:defRPr sz="1725" b="1">
                <a:solidFill>
                  <a:srgbClr val="102A35"/>
                </a:solidFill>
                <a:latin typeface="Arial"/>
                <a:ea typeface="Arial"/>
                <a:cs typeface="Arial"/>
              </a:defRPr>
            </a:lvl4pPr>
            <a:lvl5pPr algn="l">
              <a:defRPr sz="1725" b="1">
                <a:solidFill>
                  <a:srgbClr val="102A35"/>
                </a:solidFill>
                <a:latin typeface="Arial"/>
                <a:ea typeface="Arial"/>
                <a:cs typeface="Arial"/>
              </a:defRPr>
            </a:lvl5pPr>
            <a:lvl6pPr algn="l">
              <a:defRPr sz="1725" b="1">
                <a:solidFill>
                  <a:srgbClr val="102A35"/>
                </a:solidFill>
                <a:latin typeface="Arial"/>
                <a:ea typeface="Arial"/>
                <a:cs typeface="Arial"/>
              </a:defRPr>
            </a:lvl6pPr>
            <a:lvl7pPr algn="l">
              <a:defRPr sz="1725" b="1">
                <a:solidFill>
                  <a:srgbClr val="102A35"/>
                </a:solidFill>
                <a:latin typeface="Arial"/>
                <a:ea typeface="Arial"/>
                <a:cs typeface="Arial"/>
              </a:defRPr>
            </a:lvl7pPr>
            <a:lvl8pPr algn="l">
              <a:defRPr sz="1725" b="1">
                <a:solidFill>
                  <a:srgbClr val="102A35"/>
                </a:solidFill>
                <a:latin typeface="Arial"/>
                <a:ea typeface="Arial"/>
                <a:cs typeface="Arial"/>
              </a:defRPr>
            </a:lvl8pPr>
            <a:lvl9pPr algn="l">
              <a:defRPr sz="1725" b="1">
                <a:solidFill>
                  <a:srgbClr val="102A35"/>
                </a:solidFill>
                <a:latin typeface="Arial"/>
                <a:ea typeface="Arial"/>
                <a:cs typeface="Arial"/>
              </a:defRPr>
            </a:lvl9pPr>
          </a:lstStyle>
          <a:p xmlns:a="http://schemas.openxmlformats.org/drawingml/2006/main">
            <a:pPr algn="l">
              <a:lnSpc>
                <a:spcPct val="105000"/>
              </a:lnSpc>
              <a:buNone/>
              <a:defRPr sz="1725" b="1">
                <a:solidFill>
                  <a:srgbClr val="102A35"/>
                </a:solidFill>
                <a:latin typeface="Arial"/>
                <a:ea typeface="Arial"/>
                <a:cs typeface="Arial"/>
              </a:defRPr>
            </a:pPr>
            <a:r>
              <a:rPr sz="1725" b="1">
                <a:solidFill>
                  <a:srgbClr val="102A35"/>
                </a:solidFill>
                <a:latin typeface="Arial"/>
                <a:ea typeface="Arial"/>
                <a:cs typeface="Arial"/>
              </a:rPr>
              <a:t>AI assistance</a:t>
            </a:r>
          </a:p>
        </p:txBody>
      </p:sp>
      <p:sp>
        <p:nvSpPr>
          <p:cNvPr id="12" name="workflow-body-1">
            <a:extLst xmlns:a="http://schemas.openxmlformats.org/drawingml/2006/main">
              <a:ext uri="{FF2B5EF4-FFF2-40B4-BE49-F238E27FC236}">
                <a16:creationId xmlns:a16="http://schemas.microsoft.com/office/drawing/2014/main" id="{A8BD0A2C-BB2C-429F-99EA-071AC3B682CE}"/>
              </a:ext>
            </a:extLst>
          </p:cNvPr>
          <p:cNvSpPr>
            <a:spLocks xmlns:a="http://schemas.openxmlformats.org/drawingml/2006/main" noGrp="1"/>
          </p:cNvSpPr>
          <p:nvPr/>
        </p:nvSpPr>
        <p:spPr>
          <a:xfrm xmlns:a="http://schemas.openxmlformats.org/drawingml/2006/main">
            <a:off x="3562350" y="3571875"/>
            <a:ext cx="1847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45606A"/>
                </a:solidFill>
                <a:latin typeface="Arial"/>
                <a:ea typeface="Arial"/>
                <a:cs typeface="Arial"/>
              </a:defRPr>
            </a:defPPr>
            <a:lvl1pPr algn="l">
              <a:defRPr sz="1275" b="0">
                <a:solidFill>
                  <a:srgbClr val="45606A"/>
                </a:solidFill>
                <a:latin typeface="Arial"/>
                <a:ea typeface="Arial"/>
                <a:cs typeface="Arial"/>
              </a:defRPr>
            </a:lvl1pPr>
            <a:lvl2pPr algn="l">
              <a:defRPr sz="1275" b="0">
                <a:solidFill>
                  <a:srgbClr val="45606A"/>
                </a:solidFill>
                <a:latin typeface="Arial"/>
                <a:ea typeface="Arial"/>
                <a:cs typeface="Arial"/>
              </a:defRPr>
            </a:lvl2pPr>
            <a:lvl3pPr algn="l">
              <a:defRPr sz="1275" b="0">
                <a:solidFill>
                  <a:srgbClr val="45606A"/>
                </a:solidFill>
                <a:latin typeface="Arial"/>
                <a:ea typeface="Arial"/>
                <a:cs typeface="Arial"/>
              </a:defRPr>
            </a:lvl3pPr>
            <a:lvl4pPr algn="l">
              <a:defRPr sz="1275" b="0">
                <a:solidFill>
                  <a:srgbClr val="45606A"/>
                </a:solidFill>
                <a:latin typeface="Arial"/>
                <a:ea typeface="Arial"/>
                <a:cs typeface="Arial"/>
              </a:defRPr>
            </a:lvl4pPr>
            <a:lvl5pPr algn="l">
              <a:defRPr sz="1275" b="0">
                <a:solidFill>
                  <a:srgbClr val="45606A"/>
                </a:solidFill>
                <a:latin typeface="Arial"/>
                <a:ea typeface="Arial"/>
                <a:cs typeface="Arial"/>
              </a:defRPr>
            </a:lvl5pPr>
            <a:lvl6pPr algn="l">
              <a:defRPr sz="1275" b="0">
                <a:solidFill>
                  <a:srgbClr val="45606A"/>
                </a:solidFill>
                <a:latin typeface="Arial"/>
                <a:ea typeface="Arial"/>
                <a:cs typeface="Arial"/>
              </a:defRPr>
            </a:lvl6pPr>
            <a:lvl7pPr algn="l">
              <a:defRPr sz="1275" b="0">
                <a:solidFill>
                  <a:srgbClr val="45606A"/>
                </a:solidFill>
                <a:latin typeface="Arial"/>
                <a:ea typeface="Arial"/>
                <a:cs typeface="Arial"/>
              </a:defRPr>
            </a:lvl7pPr>
            <a:lvl8pPr algn="l">
              <a:defRPr sz="1275" b="0">
                <a:solidFill>
                  <a:srgbClr val="45606A"/>
                </a:solidFill>
                <a:latin typeface="Arial"/>
                <a:ea typeface="Arial"/>
                <a:cs typeface="Arial"/>
              </a:defRPr>
            </a:lvl8pPr>
            <a:lvl9pPr algn="l">
              <a:defRPr sz="1275" b="0">
                <a:solidFill>
                  <a:srgbClr val="45606A"/>
                </a:solidFill>
                <a:latin typeface="Arial"/>
                <a:ea typeface="Arial"/>
                <a:cs typeface="Arial"/>
              </a:defRPr>
            </a:lvl9pPr>
          </a:lstStyle>
          <a:p xmlns:a="http://schemas.openxmlformats.org/drawingml/2006/main">
            <a:pPr algn="l">
              <a:lnSpc>
                <a:spcPct val="112000"/>
              </a:lnSpc>
              <a:buNone/>
              <a:defRPr sz="1275" b="0">
                <a:solidFill>
                  <a:srgbClr val="45606A"/>
                </a:solidFill>
                <a:latin typeface="Arial"/>
                <a:ea typeface="Arial"/>
                <a:cs typeface="Arial"/>
              </a:defRPr>
            </a:pPr>
            <a:r>
              <a:rPr sz="1275" b="0">
                <a:solidFill>
                  <a:srgbClr val="45606A"/>
                </a:solidFill>
                <a:latin typeface="Arial"/>
                <a:ea typeface="Arial"/>
                <a:cs typeface="Arial"/>
              </a:rPr>
              <a:t>Gemini generation;</a:t>
            </a:r>
          </a:p>
          <a:p xmlns:a="http://schemas.openxmlformats.org/drawingml/2006/main">
            <a:pPr algn="l">
              <a:lnSpc>
                <a:spcPct val="112000"/>
              </a:lnSpc>
              <a:buNone/>
              <a:defRPr sz="1275" b="0">
                <a:solidFill>
                  <a:srgbClr val="45606A"/>
                </a:solidFill>
                <a:latin typeface="Arial"/>
                <a:ea typeface="Arial"/>
                <a:cs typeface="Arial"/>
              </a:defRPr>
            </a:pPr>
            <a:r>
              <a:rPr sz="1275" b="0">
                <a:solidFill>
                  <a:srgbClr val="45606A"/>
                </a:solidFill>
                <a:latin typeface="Arial"/>
                <a:ea typeface="Arial"/>
                <a:cs typeface="Arial"/>
              </a:rPr>
              <a:t>optional search context</a:t>
            </a:r>
          </a:p>
        </p:txBody>
      </p:sp>
      <p:sp>
        <p:nvSpPr>
          <p:cNvPr id="13" name="flow-arrow-1">
            <a:extLst xmlns:a="http://schemas.openxmlformats.org/drawingml/2006/main">
              <a:ext uri="{FF2B5EF4-FFF2-40B4-BE49-F238E27FC236}">
                <a16:creationId xmlns:a16="http://schemas.microsoft.com/office/drawing/2014/main" id="{98FD5A8B-4266-463A-B276-F7C606E548DD}"/>
              </a:ext>
            </a:extLst>
          </p:cNvPr>
          <p:cNvSpPr>
            <a:spLocks xmlns:a="http://schemas.openxmlformats.org/drawingml/2006/main" noGrp="1"/>
          </p:cNvSpPr>
          <p:nvPr/>
        </p:nvSpPr>
        <p:spPr>
          <a:xfrm xmlns:a="http://schemas.openxmlformats.org/drawingml/2006/main">
            <a:off x="5648325" y="3305175"/>
            <a:ext cx="323850" cy="152400"/>
          </a:xfrm>
          <a:prstGeom xmlns:a="http://schemas.openxmlformats.org/drawingml/2006/main" prst="rightArrow">
            <a:avLst/>
          </a:prstGeom>
          <a:solidFill xmlns:a="http://schemas.openxmlformats.org/drawingml/2006/main">
            <a:srgbClr val="087F82"/>
          </a:solidFill>
          <a:ln xmlns:a="http://schemas.openxmlformats.org/drawingml/2006/main" w="0">
            <a:noFill/>
            <a:prstDash val="solid"/>
          </a:ln>
        </p:spPr>
      </p:sp>
      <p:sp>
        <p:nvSpPr>
          <p:cNvPr id="14" name="workflow-step-2">
            <a:extLst xmlns:a="http://schemas.openxmlformats.org/drawingml/2006/main">
              <a:ext uri="{FF2B5EF4-FFF2-40B4-BE49-F238E27FC236}">
                <a16:creationId xmlns:a16="http://schemas.microsoft.com/office/drawing/2014/main" id="{6950FBD5-809D-4F25-9B66-3711829912C6}"/>
              </a:ext>
            </a:extLst>
          </p:cNvPr>
          <p:cNvSpPr>
            <a:spLocks xmlns:a="http://schemas.openxmlformats.org/drawingml/2006/main" noGrp="1"/>
          </p:cNvSpPr>
          <p:nvPr/>
        </p:nvSpPr>
        <p:spPr>
          <a:xfrm xmlns:a="http://schemas.openxmlformats.org/drawingml/2006/main">
            <a:off x="6019800" y="2533650"/>
            <a:ext cx="2190750" cy="1866900"/>
          </a:xfrm>
          <a:prstGeom xmlns:a="http://schemas.openxmlformats.org/drawingml/2006/main" prst="rect">
            <a:avLst/>
          </a:prstGeom>
          <a:solidFill xmlns:a="http://schemas.openxmlformats.org/drawingml/2006/main">
            <a:srgbClr val="E5ECE8"/>
          </a:solidFill>
          <a:ln xmlns:a="http://schemas.openxmlformats.org/drawingml/2006/main" w="0">
            <a:noFill/>
            <a:prstDash val="solid"/>
          </a:ln>
        </p:spPr>
      </p:sp>
      <p:sp>
        <p:nvSpPr>
          <p:cNvPr id="15" name="workflow-index-2">
            <a:extLst xmlns:a="http://schemas.openxmlformats.org/drawingml/2006/main">
              <a:ext uri="{FF2B5EF4-FFF2-40B4-BE49-F238E27FC236}">
                <a16:creationId xmlns:a16="http://schemas.microsoft.com/office/drawing/2014/main" id="{239433BC-D6FE-4AA1-B2AA-6EB1A3300900}"/>
              </a:ext>
            </a:extLst>
          </p:cNvPr>
          <p:cNvSpPr>
            <a:spLocks xmlns:a="http://schemas.openxmlformats.org/drawingml/2006/main" noGrp="1"/>
          </p:cNvSpPr>
          <p:nvPr/>
        </p:nvSpPr>
        <p:spPr>
          <a:xfrm xmlns:a="http://schemas.openxmlformats.org/drawingml/2006/main">
            <a:off x="6210300" y="2724150"/>
            <a:ext cx="514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F82"/>
                </a:solidFill>
                <a:latin typeface="Arial"/>
                <a:ea typeface="Arial"/>
                <a:cs typeface="Arial"/>
              </a:defRPr>
            </a:defPPr>
            <a:lvl1pPr algn="l">
              <a:defRPr sz="1275" b="1">
                <a:solidFill>
                  <a:srgbClr val="087F82"/>
                </a:solidFill>
                <a:latin typeface="Arial"/>
                <a:ea typeface="Arial"/>
                <a:cs typeface="Arial"/>
              </a:defRPr>
            </a:lvl1pPr>
            <a:lvl2pPr algn="l">
              <a:defRPr sz="1275" b="1">
                <a:solidFill>
                  <a:srgbClr val="087F82"/>
                </a:solidFill>
                <a:latin typeface="Arial"/>
                <a:ea typeface="Arial"/>
                <a:cs typeface="Arial"/>
              </a:defRPr>
            </a:lvl2pPr>
            <a:lvl3pPr algn="l">
              <a:defRPr sz="1275" b="1">
                <a:solidFill>
                  <a:srgbClr val="087F82"/>
                </a:solidFill>
                <a:latin typeface="Arial"/>
                <a:ea typeface="Arial"/>
                <a:cs typeface="Arial"/>
              </a:defRPr>
            </a:lvl3pPr>
            <a:lvl4pPr algn="l">
              <a:defRPr sz="1275" b="1">
                <a:solidFill>
                  <a:srgbClr val="087F82"/>
                </a:solidFill>
                <a:latin typeface="Arial"/>
                <a:ea typeface="Arial"/>
                <a:cs typeface="Arial"/>
              </a:defRPr>
            </a:lvl4pPr>
            <a:lvl5pPr algn="l">
              <a:defRPr sz="1275" b="1">
                <a:solidFill>
                  <a:srgbClr val="087F82"/>
                </a:solidFill>
                <a:latin typeface="Arial"/>
                <a:ea typeface="Arial"/>
                <a:cs typeface="Arial"/>
              </a:defRPr>
            </a:lvl5pPr>
            <a:lvl6pPr algn="l">
              <a:defRPr sz="1275" b="1">
                <a:solidFill>
                  <a:srgbClr val="087F82"/>
                </a:solidFill>
                <a:latin typeface="Arial"/>
                <a:ea typeface="Arial"/>
                <a:cs typeface="Arial"/>
              </a:defRPr>
            </a:lvl6pPr>
            <a:lvl7pPr algn="l">
              <a:defRPr sz="1275" b="1">
                <a:solidFill>
                  <a:srgbClr val="087F82"/>
                </a:solidFill>
                <a:latin typeface="Arial"/>
                <a:ea typeface="Arial"/>
                <a:cs typeface="Arial"/>
              </a:defRPr>
            </a:lvl7pPr>
            <a:lvl8pPr algn="l">
              <a:defRPr sz="1275" b="1">
                <a:solidFill>
                  <a:srgbClr val="087F82"/>
                </a:solidFill>
                <a:latin typeface="Arial"/>
                <a:ea typeface="Arial"/>
                <a:cs typeface="Arial"/>
              </a:defRPr>
            </a:lvl8pPr>
            <a:lvl9pPr algn="l">
              <a:defRPr sz="1275" b="1">
                <a:solidFill>
                  <a:srgbClr val="087F82"/>
                </a:solidFill>
                <a:latin typeface="Arial"/>
                <a:ea typeface="Arial"/>
                <a:cs typeface="Arial"/>
              </a:defRPr>
            </a:lvl9pPr>
          </a:lstStyle>
          <a:p xmlns:a="http://schemas.openxmlformats.org/drawingml/2006/main">
            <a:pPr algn="l">
              <a:lnSpc>
                <a:spcPct val="105000"/>
              </a:lnSpc>
              <a:buNone/>
              <a:defRPr sz="1275" b="1">
                <a:solidFill>
                  <a:srgbClr val="087F82"/>
                </a:solidFill>
                <a:latin typeface="Arial"/>
                <a:ea typeface="Arial"/>
                <a:cs typeface="Arial"/>
              </a:defRPr>
            </a:pPr>
            <a:r>
              <a:rPr sz="1275" b="1">
                <a:solidFill>
                  <a:srgbClr val="087F82"/>
                </a:solidFill>
                <a:latin typeface="Arial"/>
                <a:ea typeface="Arial"/>
                <a:cs typeface="Arial"/>
              </a:rPr>
              <a:t>03</a:t>
            </a:r>
          </a:p>
        </p:txBody>
      </p:sp>
      <p:sp>
        <p:nvSpPr>
          <p:cNvPr id="16" name="workflow-title-2">
            <a:extLst xmlns:a="http://schemas.openxmlformats.org/drawingml/2006/main">
              <a:ext uri="{FF2B5EF4-FFF2-40B4-BE49-F238E27FC236}">
                <a16:creationId xmlns:a16="http://schemas.microsoft.com/office/drawing/2014/main" id="{0A876AE5-5CA0-4B65-A813-4BA9577970B7}"/>
              </a:ext>
            </a:extLst>
          </p:cNvPr>
          <p:cNvSpPr>
            <a:spLocks xmlns:a="http://schemas.openxmlformats.org/drawingml/2006/main" noGrp="1"/>
          </p:cNvSpPr>
          <p:nvPr/>
        </p:nvSpPr>
        <p:spPr>
          <a:xfrm xmlns:a="http://schemas.openxmlformats.org/drawingml/2006/main">
            <a:off x="6210300" y="3105150"/>
            <a:ext cx="1847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A35"/>
                </a:solidFill>
                <a:latin typeface="Arial"/>
                <a:ea typeface="Arial"/>
                <a:cs typeface="Arial"/>
              </a:defRPr>
            </a:defPPr>
            <a:lvl1pPr algn="l">
              <a:defRPr sz="1725" b="1">
                <a:solidFill>
                  <a:srgbClr val="102A35"/>
                </a:solidFill>
                <a:latin typeface="Arial"/>
                <a:ea typeface="Arial"/>
                <a:cs typeface="Arial"/>
              </a:defRPr>
            </a:lvl1pPr>
            <a:lvl2pPr algn="l">
              <a:defRPr sz="1725" b="1">
                <a:solidFill>
                  <a:srgbClr val="102A35"/>
                </a:solidFill>
                <a:latin typeface="Arial"/>
                <a:ea typeface="Arial"/>
                <a:cs typeface="Arial"/>
              </a:defRPr>
            </a:lvl2pPr>
            <a:lvl3pPr algn="l">
              <a:defRPr sz="1725" b="1">
                <a:solidFill>
                  <a:srgbClr val="102A35"/>
                </a:solidFill>
                <a:latin typeface="Arial"/>
                <a:ea typeface="Arial"/>
                <a:cs typeface="Arial"/>
              </a:defRPr>
            </a:lvl3pPr>
            <a:lvl4pPr algn="l">
              <a:defRPr sz="1725" b="1">
                <a:solidFill>
                  <a:srgbClr val="102A35"/>
                </a:solidFill>
                <a:latin typeface="Arial"/>
                <a:ea typeface="Arial"/>
                <a:cs typeface="Arial"/>
              </a:defRPr>
            </a:lvl4pPr>
            <a:lvl5pPr algn="l">
              <a:defRPr sz="1725" b="1">
                <a:solidFill>
                  <a:srgbClr val="102A35"/>
                </a:solidFill>
                <a:latin typeface="Arial"/>
                <a:ea typeface="Arial"/>
                <a:cs typeface="Arial"/>
              </a:defRPr>
            </a:lvl5pPr>
            <a:lvl6pPr algn="l">
              <a:defRPr sz="1725" b="1">
                <a:solidFill>
                  <a:srgbClr val="102A35"/>
                </a:solidFill>
                <a:latin typeface="Arial"/>
                <a:ea typeface="Arial"/>
                <a:cs typeface="Arial"/>
              </a:defRPr>
            </a:lvl6pPr>
            <a:lvl7pPr algn="l">
              <a:defRPr sz="1725" b="1">
                <a:solidFill>
                  <a:srgbClr val="102A35"/>
                </a:solidFill>
                <a:latin typeface="Arial"/>
                <a:ea typeface="Arial"/>
                <a:cs typeface="Arial"/>
              </a:defRPr>
            </a:lvl7pPr>
            <a:lvl8pPr algn="l">
              <a:defRPr sz="1725" b="1">
                <a:solidFill>
                  <a:srgbClr val="102A35"/>
                </a:solidFill>
                <a:latin typeface="Arial"/>
                <a:ea typeface="Arial"/>
                <a:cs typeface="Arial"/>
              </a:defRPr>
            </a:lvl8pPr>
            <a:lvl9pPr algn="l">
              <a:defRPr sz="1725" b="1">
                <a:solidFill>
                  <a:srgbClr val="102A35"/>
                </a:solidFill>
                <a:latin typeface="Arial"/>
                <a:ea typeface="Arial"/>
                <a:cs typeface="Arial"/>
              </a:defRPr>
            </a:lvl9pPr>
          </a:lstStyle>
          <a:p xmlns:a="http://schemas.openxmlformats.org/drawingml/2006/main">
            <a:pPr algn="l">
              <a:lnSpc>
                <a:spcPct val="105000"/>
              </a:lnSpc>
              <a:buNone/>
              <a:defRPr sz="1725" b="1">
                <a:solidFill>
                  <a:srgbClr val="102A35"/>
                </a:solidFill>
                <a:latin typeface="Arial"/>
                <a:ea typeface="Arial"/>
                <a:cs typeface="Arial"/>
              </a:defRPr>
            </a:pPr>
            <a:r>
              <a:rPr sz="1725" b="1">
                <a:solidFill>
                  <a:srgbClr val="102A35"/>
                </a:solidFill>
                <a:latin typeface="Arial"/>
                <a:ea typeface="Arial"/>
                <a:cs typeface="Arial"/>
              </a:rPr>
              <a:t>Review the draft</a:t>
            </a:r>
          </a:p>
        </p:txBody>
      </p:sp>
      <p:sp>
        <p:nvSpPr>
          <p:cNvPr id="17" name="workflow-body-2">
            <a:extLst xmlns:a="http://schemas.openxmlformats.org/drawingml/2006/main">
              <a:ext uri="{FF2B5EF4-FFF2-40B4-BE49-F238E27FC236}">
                <a16:creationId xmlns:a16="http://schemas.microsoft.com/office/drawing/2014/main" id="{C45366E8-6919-4C50-A10E-EBEE5378ECB5}"/>
              </a:ext>
            </a:extLst>
          </p:cNvPr>
          <p:cNvSpPr>
            <a:spLocks xmlns:a="http://schemas.openxmlformats.org/drawingml/2006/main" noGrp="1"/>
          </p:cNvSpPr>
          <p:nvPr/>
        </p:nvSpPr>
        <p:spPr>
          <a:xfrm xmlns:a="http://schemas.openxmlformats.org/drawingml/2006/main">
            <a:off x="6210300" y="3571875"/>
            <a:ext cx="1847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45606A"/>
                </a:solidFill>
                <a:latin typeface="Arial"/>
                <a:ea typeface="Arial"/>
                <a:cs typeface="Arial"/>
              </a:defRPr>
            </a:defPPr>
            <a:lvl1pPr algn="l">
              <a:defRPr sz="1275" b="0">
                <a:solidFill>
                  <a:srgbClr val="45606A"/>
                </a:solidFill>
                <a:latin typeface="Arial"/>
                <a:ea typeface="Arial"/>
                <a:cs typeface="Arial"/>
              </a:defRPr>
            </a:lvl1pPr>
            <a:lvl2pPr algn="l">
              <a:defRPr sz="1275" b="0">
                <a:solidFill>
                  <a:srgbClr val="45606A"/>
                </a:solidFill>
                <a:latin typeface="Arial"/>
                <a:ea typeface="Arial"/>
                <a:cs typeface="Arial"/>
              </a:defRPr>
            </a:lvl2pPr>
            <a:lvl3pPr algn="l">
              <a:defRPr sz="1275" b="0">
                <a:solidFill>
                  <a:srgbClr val="45606A"/>
                </a:solidFill>
                <a:latin typeface="Arial"/>
                <a:ea typeface="Arial"/>
                <a:cs typeface="Arial"/>
              </a:defRPr>
            </a:lvl3pPr>
            <a:lvl4pPr algn="l">
              <a:defRPr sz="1275" b="0">
                <a:solidFill>
                  <a:srgbClr val="45606A"/>
                </a:solidFill>
                <a:latin typeface="Arial"/>
                <a:ea typeface="Arial"/>
                <a:cs typeface="Arial"/>
              </a:defRPr>
            </a:lvl4pPr>
            <a:lvl5pPr algn="l">
              <a:defRPr sz="1275" b="0">
                <a:solidFill>
                  <a:srgbClr val="45606A"/>
                </a:solidFill>
                <a:latin typeface="Arial"/>
                <a:ea typeface="Arial"/>
                <a:cs typeface="Arial"/>
              </a:defRPr>
            </a:lvl5pPr>
            <a:lvl6pPr algn="l">
              <a:defRPr sz="1275" b="0">
                <a:solidFill>
                  <a:srgbClr val="45606A"/>
                </a:solidFill>
                <a:latin typeface="Arial"/>
                <a:ea typeface="Arial"/>
                <a:cs typeface="Arial"/>
              </a:defRPr>
            </a:lvl6pPr>
            <a:lvl7pPr algn="l">
              <a:defRPr sz="1275" b="0">
                <a:solidFill>
                  <a:srgbClr val="45606A"/>
                </a:solidFill>
                <a:latin typeface="Arial"/>
                <a:ea typeface="Arial"/>
                <a:cs typeface="Arial"/>
              </a:defRPr>
            </a:lvl7pPr>
            <a:lvl8pPr algn="l">
              <a:defRPr sz="1275" b="0">
                <a:solidFill>
                  <a:srgbClr val="45606A"/>
                </a:solidFill>
                <a:latin typeface="Arial"/>
                <a:ea typeface="Arial"/>
                <a:cs typeface="Arial"/>
              </a:defRPr>
            </a:lvl8pPr>
            <a:lvl9pPr algn="l">
              <a:defRPr sz="1275" b="0">
                <a:solidFill>
                  <a:srgbClr val="45606A"/>
                </a:solidFill>
                <a:latin typeface="Arial"/>
                <a:ea typeface="Arial"/>
                <a:cs typeface="Arial"/>
              </a:defRPr>
            </a:lvl9pPr>
          </a:lstStyle>
          <a:p xmlns:a="http://schemas.openxmlformats.org/drawingml/2006/main">
            <a:pPr algn="l">
              <a:lnSpc>
                <a:spcPct val="112000"/>
              </a:lnSpc>
              <a:buNone/>
              <a:defRPr sz="1275" b="0">
                <a:solidFill>
                  <a:srgbClr val="45606A"/>
                </a:solidFill>
                <a:latin typeface="Arial"/>
                <a:ea typeface="Arial"/>
                <a:cs typeface="Arial"/>
              </a:defRPr>
            </a:pPr>
            <a:r>
              <a:rPr sz="1275" b="0">
                <a:solidFill>
                  <a:srgbClr val="45606A"/>
                </a:solidFill>
                <a:latin typeface="Arial"/>
                <a:ea typeface="Arial"/>
                <a:cs typeface="Arial"/>
              </a:rPr>
              <a:t>Editable output for</a:t>
            </a:r>
          </a:p>
          <a:p xmlns:a="http://schemas.openxmlformats.org/drawingml/2006/main">
            <a:pPr algn="l">
              <a:lnSpc>
                <a:spcPct val="112000"/>
              </a:lnSpc>
              <a:buNone/>
              <a:defRPr sz="1275" b="0">
                <a:solidFill>
                  <a:srgbClr val="45606A"/>
                </a:solidFill>
                <a:latin typeface="Arial"/>
                <a:ea typeface="Arial"/>
                <a:cs typeface="Arial"/>
              </a:defRPr>
            </a:pPr>
            <a:r>
              <a:rPr sz="1275" b="0">
                <a:solidFill>
                  <a:srgbClr val="45606A"/>
                </a:solidFill>
                <a:latin typeface="Arial"/>
                <a:ea typeface="Arial"/>
                <a:cs typeface="Arial"/>
              </a:rPr>
              <a:t>user or advocate review</a:t>
            </a:r>
          </a:p>
        </p:txBody>
      </p:sp>
      <p:sp>
        <p:nvSpPr>
          <p:cNvPr id="18" name="flow-arrow-2">
            <a:extLst xmlns:a="http://schemas.openxmlformats.org/drawingml/2006/main">
              <a:ext uri="{FF2B5EF4-FFF2-40B4-BE49-F238E27FC236}">
                <a16:creationId xmlns:a16="http://schemas.microsoft.com/office/drawing/2014/main" id="{7D5EF2F7-37F6-43D4-A927-90712340B148}"/>
              </a:ext>
            </a:extLst>
          </p:cNvPr>
          <p:cNvSpPr>
            <a:spLocks xmlns:a="http://schemas.openxmlformats.org/drawingml/2006/main" noGrp="1"/>
          </p:cNvSpPr>
          <p:nvPr/>
        </p:nvSpPr>
        <p:spPr>
          <a:xfrm xmlns:a="http://schemas.openxmlformats.org/drawingml/2006/main">
            <a:off x="8296275" y="3305175"/>
            <a:ext cx="323850" cy="152400"/>
          </a:xfrm>
          <a:prstGeom xmlns:a="http://schemas.openxmlformats.org/drawingml/2006/main" prst="rightArrow">
            <a:avLst/>
          </a:prstGeom>
          <a:solidFill xmlns:a="http://schemas.openxmlformats.org/drawingml/2006/main">
            <a:srgbClr val="D0A178"/>
          </a:solidFill>
          <a:ln xmlns:a="http://schemas.openxmlformats.org/drawingml/2006/main" w="0">
            <a:noFill/>
            <a:prstDash val="solid"/>
          </a:ln>
        </p:spPr>
      </p:sp>
      <p:sp>
        <p:nvSpPr>
          <p:cNvPr id="19" name="workflow-step-3">
            <a:extLst xmlns:a="http://schemas.openxmlformats.org/drawingml/2006/main">
              <a:ext uri="{FF2B5EF4-FFF2-40B4-BE49-F238E27FC236}">
                <a16:creationId xmlns:a16="http://schemas.microsoft.com/office/drawing/2014/main" id="{89DB99F1-040C-4B6A-8978-B6F48988B764}"/>
              </a:ext>
            </a:extLst>
          </p:cNvPr>
          <p:cNvSpPr>
            <a:spLocks xmlns:a="http://schemas.openxmlformats.org/drawingml/2006/main" noGrp="1"/>
          </p:cNvSpPr>
          <p:nvPr/>
        </p:nvSpPr>
        <p:spPr>
          <a:xfrm xmlns:a="http://schemas.openxmlformats.org/drawingml/2006/main">
            <a:off x="8667750" y="2533650"/>
            <a:ext cx="2190750" cy="1866900"/>
          </a:xfrm>
          <a:prstGeom xmlns:a="http://schemas.openxmlformats.org/drawingml/2006/main" prst="rect">
            <a:avLst/>
          </a:prstGeom>
          <a:solidFill xmlns:a="http://schemas.openxmlformats.org/drawingml/2006/main">
            <a:srgbClr val="F2E6D8"/>
          </a:solidFill>
          <a:ln xmlns:a="http://schemas.openxmlformats.org/drawingml/2006/main" w="0">
            <a:noFill/>
            <a:prstDash val="solid"/>
          </a:ln>
        </p:spPr>
      </p:sp>
      <p:sp>
        <p:nvSpPr>
          <p:cNvPr id="20" name="workflow-index-3">
            <a:extLst xmlns:a="http://schemas.openxmlformats.org/drawingml/2006/main">
              <a:ext uri="{FF2B5EF4-FFF2-40B4-BE49-F238E27FC236}">
                <a16:creationId xmlns:a16="http://schemas.microsoft.com/office/drawing/2014/main" id="{2DF1230E-1E5F-43A0-A101-4E7AC0CD3AF0}"/>
              </a:ext>
            </a:extLst>
          </p:cNvPr>
          <p:cNvSpPr>
            <a:spLocks xmlns:a="http://schemas.openxmlformats.org/drawingml/2006/main" noGrp="1"/>
          </p:cNvSpPr>
          <p:nvPr/>
        </p:nvSpPr>
        <p:spPr>
          <a:xfrm xmlns:a="http://schemas.openxmlformats.org/drawingml/2006/main">
            <a:off x="8858250" y="2724150"/>
            <a:ext cx="514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A66A3F"/>
                </a:solidFill>
                <a:latin typeface="Arial"/>
                <a:ea typeface="Arial"/>
                <a:cs typeface="Arial"/>
              </a:defRPr>
            </a:defPPr>
            <a:lvl1pPr algn="l">
              <a:defRPr sz="1275" b="1">
                <a:solidFill>
                  <a:srgbClr val="A66A3F"/>
                </a:solidFill>
                <a:latin typeface="Arial"/>
                <a:ea typeface="Arial"/>
                <a:cs typeface="Arial"/>
              </a:defRPr>
            </a:lvl1pPr>
            <a:lvl2pPr algn="l">
              <a:defRPr sz="1275" b="1">
                <a:solidFill>
                  <a:srgbClr val="A66A3F"/>
                </a:solidFill>
                <a:latin typeface="Arial"/>
                <a:ea typeface="Arial"/>
                <a:cs typeface="Arial"/>
              </a:defRPr>
            </a:lvl2pPr>
            <a:lvl3pPr algn="l">
              <a:defRPr sz="1275" b="1">
                <a:solidFill>
                  <a:srgbClr val="A66A3F"/>
                </a:solidFill>
                <a:latin typeface="Arial"/>
                <a:ea typeface="Arial"/>
                <a:cs typeface="Arial"/>
              </a:defRPr>
            </a:lvl3pPr>
            <a:lvl4pPr algn="l">
              <a:defRPr sz="1275" b="1">
                <a:solidFill>
                  <a:srgbClr val="A66A3F"/>
                </a:solidFill>
                <a:latin typeface="Arial"/>
                <a:ea typeface="Arial"/>
                <a:cs typeface="Arial"/>
              </a:defRPr>
            </a:lvl4pPr>
            <a:lvl5pPr algn="l">
              <a:defRPr sz="1275" b="1">
                <a:solidFill>
                  <a:srgbClr val="A66A3F"/>
                </a:solidFill>
                <a:latin typeface="Arial"/>
                <a:ea typeface="Arial"/>
                <a:cs typeface="Arial"/>
              </a:defRPr>
            </a:lvl5pPr>
            <a:lvl6pPr algn="l">
              <a:defRPr sz="1275" b="1">
                <a:solidFill>
                  <a:srgbClr val="A66A3F"/>
                </a:solidFill>
                <a:latin typeface="Arial"/>
                <a:ea typeface="Arial"/>
                <a:cs typeface="Arial"/>
              </a:defRPr>
            </a:lvl6pPr>
            <a:lvl7pPr algn="l">
              <a:defRPr sz="1275" b="1">
                <a:solidFill>
                  <a:srgbClr val="A66A3F"/>
                </a:solidFill>
                <a:latin typeface="Arial"/>
                <a:ea typeface="Arial"/>
                <a:cs typeface="Arial"/>
              </a:defRPr>
            </a:lvl7pPr>
            <a:lvl8pPr algn="l">
              <a:defRPr sz="1275" b="1">
                <a:solidFill>
                  <a:srgbClr val="A66A3F"/>
                </a:solidFill>
                <a:latin typeface="Arial"/>
                <a:ea typeface="Arial"/>
                <a:cs typeface="Arial"/>
              </a:defRPr>
            </a:lvl8pPr>
            <a:lvl9pPr algn="l">
              <a:defRPr sz="1275" b="1">
                <a:solidFill>
                  <a:srgbClr val="A66A3F"/>
                </a:solidFill>
                <a:latin typeface="Arial"/>
                <a:ea typeface="Arial"/>
                <a:cs typeface="Arial"/>
              </a:defRPr>
            </a:lvl9pPr>
          </a:lstStyle>
          <a:p xmlns:a="http://schemas.openxmlformats.org/drawingml/2006/main">
            <a:pPr algn="l">
              <a:lnSpc>
                <a:spcPct val="105000"/>
              </a:lnSpc>
              <a:buNone/>
              <a:defRPr sz="1275" b="1">
                <a:solidFill>
                  <a:srgbClr val="A66A3F"/>
                </a:solidFill>
                <a:latin typeface="Arial"/>
                <a:ea typeface="Arial"/>
                <a:cs typeface="Arial"/>
              </a:defRPr>
            </a:pPr>
            <a:r>
              <a:rPr sz="1275" b="1">
                <a:solidFill>
                  <a:srgbClr val="A66A3F"/>
                </a:solidFill>
                <a:latin typeface="Arial"/>
                <a:ea typeface="Arial"/>
                <a:cs typeface="Arial"/>
              </a:rPr>
              <a:t>04</a:t>
            </a:r>
          </a:p>
        </p:txBody>
      </p:sp>
      <p:sp>
        <p:nvSpPr>
          <p:cNvPr id="21" name="workflow-title-3">
            <a:extLst xmlns:a="http://schemas.openxmlformats.org/drawingml/2006/main">
              <a:ext uri="{FF2B5EF4-FFF2-40B4-BE49-F238E27FC236}">
                <a16:creationId xmlns:a16="http://schemas.microsoft.com/office/drawing/2014/main" id="{B75A64D2-63BE-4E1C-A64B-2502AB1C1108}"/>
              </a:ext>
            </a:extLst>
          </p:cNvPr>
          <p:cNvSpPr>
            <a:spLocks xmlns:a="http://schemas.openxmlformats.org/drawingml/2006/main" noGrp="1"/>
          </p:cNvSpPr>
          <p:nvPr/>
        </p:nvSpPr>
        <p:spPr>
          <a:xfrm xmlns:a="http://schemas.openxmlformats.org/drawingml/2006/main">
            <a:off x="8858250" y="3105150"/>
            <a:ext cx="1847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A35"/>
                </a:solidFill>
                <a:latin typeface="Arial"/>
                <a:ea typeface="Arial"/>
                <a:cs typeface="Arial"/>
              </a:defRPr>
            </a:defPPr>
            <a:lvl1pPr algn="l">
              <a:defRPr sz="1725" b="1">
                <a:solidFill>
                  <a:srgbClr val="102A35"/>
                </a:solidFill>
                <a:latin typeface="Arial"/>
                <a:ea typeface="Arial"/>
                <a:cs typeface="Arial"/>
              </a:defRPr>
            </a:lvl1pPr>
            <a:lvl2pPr algn="l">
              <a:defRPr sz="1725" b="1">
                <a:solidFill>
                  <a:srgbClr val="102A35"/>
                </a:solidFill>
                <a:latin typeface="Arial"/>
                <a:ea typeface="Arial"/>
                <a:cs typeface="Arial"/>
              </a:defRPr>
            </a:lvl2pPr>
            <a:lvl3pPr algn="l">
              <a:defRPr sz="1725" b="1">
                <a:solidFill>
                  <a:srgbClr val="102A35"/>
                </a:solidFill>
                <a:latin typeface="Arial"/>
                <a:ea typeface="Arial"/>
                <a:cs typeface="Arial"/>
              </a:defRPr>
            </a:lvl3pPr>
            <a:lvl4pPr algn="l">
              <a:defRPr sz="1725" b="1">
                <a:solidFill>
                  <a:srgbClr val="102A35"/>
                </a:solidFill>
                <a:latin typeface="Arial"/>
                <a:ea typeface="Arial"/>
                <a:cs typeface="Arial"/>
              </a:defRPr>
            </a:lvl4pPr>
            <a:lvl5pPr algn="l">
              <a:defRPr sz="1725" b="1">
                <a:solidFill>
                  <a:srgbClr val="102A35"/>
                </a:solidFill>
                <a:latin typeface="Arial"/>
                <a:ea typeface="Arial"/>
                <a:cs typeface="Arial"/>
              </a:defRPr>
            </a:lvl5pPr>
            <a:lvl6pPr algn="l">
              <a:defRPr sz="1725" b="1">
                <a:solidFill>
                  <a:srgbClr val="102A35"/>
                </a:solidFill>
                <a:latin typeface="Arial"/>
                <a:ea typeface="Arial"/>
                <a:cs typeface="Arial"/>
              </a:defRPr>
            </a:lvl6pPr>
            <a:lvl7pPr algn="l">
              <a:defRPr sz="1725" b="1">
                <a:solidFill>
                  <a:srgbClr val="102A35"/>
                </a:solidFill>
                <a:latin typeface="Arial"/>
                <a:ea typeface="Arial"/>
                <a:cs typeface="Arial"/>
              </a:defRPr>
            </a:lvl7pPr>
            <a:lvl8pPr algn="l">
              <a:defRPr sz="1725" b="1">
                <a:solidFill>
                  <a:srgbClr val="102A35"/>
                </a:solidFill>
                <a:latin typeface="Arial"/>
                <a:ea typeface="Arial"/>
                <a:cs typeface="Arial"/>
              </a:defRPr>
            </a:lvl8pPr>
            <a:lvl9pPr algn="l">
              <a:defRPr sz="1725" b="1">
                <a:solidFill>
                  <a:srgbClr val="102A35"/>
                </a:solidFill>
                <a:latin typeface="Arial"/>
                <a:ea typeface="Arial"/>
                <a:cs typeface="Arial"/>
              </a:defRPr>
            </a:lvl9pPr>
          </a:lstStyle>
          <a:p xmlns:a="http://schemas.openxmlformats.org/drawingml/2006/main">
            <a:pPr algn="l">
              <a:lnSpc>
                <a:spcPct val="105000"/>
              </a:lnSpc>
              <a:buNone/>
              <a:defRPr sz="1725" b="1">
                <a:solidFill>
                  <a:srgbClr val="102A35"/>
                </a:solidFill>
                <a:latin typeface="Arial"/>
                <a:ea typeface="Arial"/>
                <a:cs typeface="Arial"/>
              </a:defRPr>
            </a:pPr>
            <a:r>
              <a:rPr sz="1725" b="1">
                <a:solidFill>
                  <a:srgbClr val="102A35"/>
                </a:solidFill>
                <a:latin typeface="Arial"/>
                <a:ea typeface="Arial"/>
                <a:cs typeface="Arial"/>
              </a:rPr>
              <a:t>Improve with evidence</a:t>
            </a:r>
          </a:p>
        </p:txBody>
      </p:sp>
      <p:sp>
        <p:nvSpPr>
          <p:cNvPr id="22" name="workflow-body-3">
            <a:extLst xmlns:a="http://schemas.openxmlformats.org/drawingml/2006/main">
              <a:ext uri="{FF2B5EF4-FFF2-40B4-BE49-F238E27FC236}">
                <a16:creationId xmlns:a16="http://schemas.microsoft.com/office/drawing/2014/main" id="{6B50E5F4-720C-4A6A-927A-ED4BA9708D65}"/>
              </a:ext>
            </a:extLst>
          </p:cNvPr>
          <p:cNvSpPr>
            <a:spLocks xmlns:a="http://schemas.openxmlformats.org/drawingml/2006/main" noGrp="1"/>
          </p:cNvSpPr>
          <p:nvPr/>
        </p:nvSpPr>
        <p:spPr>
          <a:xfrm xmlns:a="http://schemas.openxmlformats.org/drawingml/2006/main">
            <a:off x="8858250" y="3571875"/>
            <a:ext cx="1847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45606A"/>
                </a:solidFill>
                <a:latin typeface="Arial"/>
                <a:ea typeface="Arial"/>
                <a:cs typeface="Arial"/>
              </a:defRPr>
            </a:defPPr>
            <a:lvl1pPr algn="l">
              <a:defRPr sz="1275" b="0">
                <a:solidFill>
                  <a:srgbClr val="45606A"/>
                </a:solidFill>
                <a:latin typeface="Arial"/>
                <a:ea typeface="Arial"/>
                <a:cs typeface="Arial"/>
              </a:defRPr>
            </a:lvl1pPr>
            <a:lvl2pPr algn="l">
              <a:defRPr sz="1275" b="0">
                <a:solidFill>
                  <a:srgbClr val="45606A"/>
                </a:solidFill>
                <a:latin typeface="Arial"/>
                <a:ea typeface="Arial"/>
                <a:cs typeface="Arial"/>
              </a:defRPr>
            </a:lvl2pPr>
            <a:lvl3pPr algn="l">
              <a:defRPr sz="1275" b="0">
                <a:solidFill>
                  <a:srgbClr val="45606A"/>
                </a:solidFill>
                <a:latin typeface="Arial"/>
                <a:ea typeface="Arial"/>
                <a:cs typeface="Arial"/>
              </a:defRPr>
            </a:lvl3pPr>
            <a:lvl4pPr algn="l">
              <a:defRPr sz="1275" b="0">
                <a:solidFill>
                  <a:srgbClr val="45606A"/>
                </a:solidFill>
                <a:latin typeface="Arial"/>
                <a:ea typeface="Arial"/>
                <a:cs typeface="Arial"/>
              </a:defRPr>
            </a:lvl4pPr>
            <a:lvl5pPr algn="l">
              <a:defRPr sz="1275" b="0">
                <a:solidFill>
                  <a:srgbClr val="45606A"/>
                </a:solidFill>
                <a:latin typeface="Arial"/>
                <a:ea typeface="Arial"/>
                <a:cs typeface="Arial"/>
              </a:defRPr>
            </a:lvl5pPr>
            <a:lvl6pPr algn="l">
              <a:defRPr sz="1275" b="0">
                <a:solidFill>
                  <a:srgbClr val="45606A"/>
                </a:solidFill>
                <a:latin typeface="Arial"/>
                <a:ea typeface="Arial"/>
                <a:cs typeface="Arial"/>
              </a:defRPr>
            </a:lvl6pPr>
            <a:lvl7pPr algn="l">
              <a:defRPr sz="1275" b="0">
                <a:solidFill>
                  <a:srgbClr val="45606A"/>
                </a:solidFill>
                <a:latin typeface="Arial"/>
                <a:ea typeface="Arial"/>
                <a:cs typeface="Arial"/>
              </a:defRPr>
            </a:lvl7pPr>
            <a:lvl8pPr algn="l">
              <a:defRPr sz="1275" b="0">
                <a:solidFill>
                  <a:srgbClr val="45606A"/>
                </a:solidFill>
                <a:latin typeface="Arial"/>
                <a:ea typeface="Arial"/>
                <a:cs typeface="Arial"/>
              </a:defRPr>
            </a:lvl8pPr>
            <a:lvl9pPr algn="l">
              <a:defRPr sz="1275" b="0">
                <a:solidFill>
                  <a:srgbClr val="45606A"/>
                </a:solidFill>
                <a:latin typeface="Arial"/>
                <a:ea typeface="Arial"/>
                <a:cs typeface="Arial"/>
              </a:defRPr>
            </a:lvl9pPr>
          </a:lstStyle>
          <a:p xmlns:a="http://schemas.openxmlformats.org/drawingml/2006/main">
            <a:pPr algn="l">
              <a:lnSpc>
                <a:spcPct val="112000"/>
              </a:lnSpc>
              <a:buNone/>
              <a:defRPr sz="1275" b="0">
                <a:solidFill>
                  <a:srgbClr val="45606A"/>
                </a:solidFill>
                <a:latin typeface="Arial"/>
                <a:ea typeface="Arial"/>
                <a:cs typeface="Arial"/>
              </a:defRPr>
            </a:pPr>
            <a:r>
              <a:rPr sz="1275" b="0">
                <a:solidFill>
                  <a:srgbClr val="45606A"/>
                </a:solidFill>
                <a:latin typeface="Arial"/>
                <a:ea typeface="Arial"/>
                <a:cs typeface="Arial"/>
              </a:rPr>
              <a:t>Planned source spans,</a:t>
            </a:r>
          </a:p>
          <a:p xmlns:a="http://schemas.openxmlformats.org/drawingml/2006/main">
            <a:pPr algn="l">
              <a:lnSpc>
                <a:spcPct val="112000"/>
              </a:lnSpc>
              <a:buNone/>
              <a:defRPr sz="1275" b="0">
                <a:solidFill>
                  <a:srgbClr val="45606A"/>
                </a:solidFill>
                <a:latin typeface="Arial"/>
                <a:ea typeface="Arial"/>
                <a:cs typeface="Arial"/>
              </a:defRPr>
            </a:pPr>
            <a:r>
              <a:rPr sz="1275" b="0">
                <a:solidFill>
                  <a:srgbClr val="45606A"/>
                </a:solidFill>
                <a:latin typeface="Arial"/>
                <a:ea typeface="Arial"/>
                <a:cs typeface="Arial"/>
              </a:rPr>
              <a:t>dates, and validation</a:t>
            </a:r>
          </a:p>
        </p:txBody>
      </p:sp>
      <p:sp>
        <p:nvSpPr>
          <p:cNvPr id="23" name="divider">
            <a:extLst xmlns:a="http://schemas.openxmlformats.org/drawingml/2006/main">
              <a:ext uri="{FF2B5EF4-FFF2-40B4-BE49-F238E27FC236}">
                <a16:creationId xmlns:a16="http://schemas.microsoft.com/office/drawing/2014/main" id="{7F4126E2-4A53-4910-BB2A-E84C03E5C639}"/>
              </a:ext>
            </a:extLst>
          </p:cNvPr>
          <p:cNvSpPr>
            <a:spLocks xmlns:a="http://schemas.openxmlformats.org/drawingml/2006/main" noGrp="1"/>
          </p:cNvSpPr>
          <p:nvPr/>
        </p:nvSpPr>
        <p:spPr>
          <a:xfrm xmlns:a="http://schemas.openxmlformats.org/drawingml/2006/main">
            <a:off x="723900" y="4876800"/>
            <a:ext cx="10572750" cy="19050"/>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24" name="workflow-clarifier">
            <a:extLst xmlns:a="http://schemas.openxmlformats.org/drawingml/2006/main">
              <a:ext uri="{FF2B5EF4-FFF2-40B4-BE49-F238E27FC236}">
                <a16:creationId xmlns:a16="http://schemas.microsoft.com/office/drawing/2014/main" id="{E0031D75-5A20-4FE5-9F1D-FAA04B2238C1}"/>
              </a:ext>
            </a:extLst>
          </p:cNvPr>
          <p:cNvSpPr>
            <a:spLocks xmlns:a="http://schemas.openxmlformats.org/drawingml/2006/main" noGrp="1"/>
          </p:cNvSpPr>
          <p:nvPr/>
        </p:nvSpPr>
        <p:spPr>
          <a:xfrm xmlns:a="http://schemas.openxmlformats.org/drawingml/2006/main">
            <a:off x="723900" y="5153025"/>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02A35"/>
                </a:solidFill>
                <a:latin typeface="Arial"/>
                <a:ea typeface="Arial"/>
                <a:cs typeface="Arial"/>
              </a:defRPr>
            </a:defPPr>
            <a:lvl1pPr algn="l">
              <a:defRPr sz="1800" b="1">
                <a:solidFill>
                  <a:srgbClr val="102A35"/>
                </a:solidFill>
                <a:latin typeface="Arial"/>
                <a:ea typeface="Arial"/>
                <a:cs typeface="Arial"/>
              </a:defRPr>
            </a:lvl1pPr>
            <a:lvl2pPr algn="l">
              <a:defRPr sz="1800" b="1">
                <a:solidFill>
                  <a:srgbClr val="102A35"/>
                </a:solidFill>
                <a:latin typeface="Arial"/>
                <a:ea typeface="Arial"/>
                <a:cs typeface="Arial"/>
              </a:defRPr>
            </a:lvl2pPr>
            <a:lvl3pPr algn="l">
              <a:defRPr sz="1800" b="1">
                <a:solidFill>
                  <a:srgbClr val="102A35"/>
                </a:solidFill>
                <a:latin typeface="Arial"/>
                <a:ea typeface="Arial"/>
                <a:cs typeface="Arial"/>
              </a:defRPr>
            </a:lvl3pPr>
            <a:lvl4pPr algn="l">
              <a:defRPr sz="1800" b="1">
                <a:solidFill>
                  <a:srgbClr val="102A35"/>
                </a:solidFill>
                <a:latin typeface="Arial"/>
                <a:ea typeface="Arial"/>
                <a:cs typeface="Arial"/>
              </a:defRPr>
            </a:lvl4pPr>
            <a:lvl5pPr algn="l">
              <a:defRPr sz="1800" b="1">
                <a:solidFill>
                  <a:srgbClr val="102A35"/>
                </a:solidFill>
                <a:latin typeface="Arial"/>
                <a:ea typeface="Arial"/>
                <a:cs typeface="Arial"/>
              </a:defRPr>
            </a:lvl5pPr>
            <a:lvl6pPr algn="l">
              <a:defRPr sz="1800" b="1">
                <a:solidFill>
                  <a:srgbClr val="102A35"/>
                </a:solidFill>
                <a:latin typeface="Arial"/>
                <a:ea typeface="Arial"/>
                <a:cs typeface="Arial"/>
              </a:defRPr>
            </a:lvl6pPr>
            <a:lvl7pPr algn="l">
              <a:defRPr sz="1800" b="1">
                <a:solidFill>
                  <a:srgbClr val="102A35"/>
                </a:solidFill>
                <a:latin typeface="Arial"/>
                <a:ea typeface="Arial"/>
                <a:cs typeface="Arial"/>
              </a:defRPr>
            </a:lvl7pPr>
            <a:lvl8pPr algn="l">
              <a:defRPr sz="1800" b="1">
                <a:solidFill>
                  <a:srgbClr val="102A35"/>
                </a:solidFill>
                <a:latin typeface="Arial"/>
                <a:ea typeface="Arial"/>
                <a:cs typeface="Arial"/>
              </a:defRPr>
            </a:lvl8pPr>
            <a:lvl9pPr algn="l">
              <a:defRPr sz="1800" b="1">
                <a:solidFill>
                  <a:srgbClr val="102A35"/>
                </a:solidFill>
                <a:latin typeface="Arial"/>
                <a:ea typeface="Arial"/>
                <a:cs typeface="Arial"/>
              </a:defRPr>
            </a:lvl9pPr>
          </a:lstStyle>
          <a:p xmlns:a="http://schemas.openxmlformats.org/drawingml/2006/main">
            <a:pPr algn="l">
              <a:lnSpc>
                <a:spcPct val="108000"/>
              </a:lnSpc>
              <a:buNone/>
              <a:defRPr sz="1800" b="1">
                <a:solidFill>
                  <a:srgbClr val="102A35"/>
                </a:solidFill>
                <a:latin typeface="Arial"/>
                <a:ea typeface="Arial"/>
                <a:cs typeface="Arial"/>
              </a:defRPr>
            </a:pPr>
            <a:r>
              <a:rPr sz="1800" b="1">
                <a:solidFill>
                  <a:srgbClr val="102A35"/>
                </a:solidFill>
                <a:latin typeface="Arial"/>
                <a:ea typeface="Arial"/>
                <a:cs typeface="Arial"/>
              </a:rPr>
              <a:t>The evidence layer is the technical step between useful AI assistance and accountable legal workflows.</a:t>
            </a:r>
          </a:p>
        </p:txBody>
      </p:sp>
    </p:spTree>
    <p:extLst>
      <p:ext uri="{BB962C8B-B14F-4D97-AF65-F5344CB8AC3E}">
        <p14:creationId xmlns:p14="http://schemas.microsoft.com/office/powerpoint/2010/main" val="1569776949"/>
      </p:ext>
    </p:extLst>
  </p:cSld>
</p:sld>
</file>

<file path=ppt/slides/slide4.xml><?xml version="1.0" encoding="utf-8"?>
<p:sld xmlns:p="http://schemas.openxmlformats.org/presentationml/2006/main">
  <p:cSld>
    <p:bg>
      <p:bgPr>
        <a:solidFill xmlns:a="http://schemas.openxmlformats.org/drawingml/2006/main">
          <a:srgbClr val="0B202B"/>
        </a:solidFill>
      </p:bgPr>
    </p:bg>
    <p:spTree>
      <p:nvGrpSpPr>
        <p:cNvPr id="1" name=""/>
        <p:cNvGrpSpPr/>
        <p:nvPr/>
      </p:nvGrpSpPr>
      <p:grpSpPr>
        <a:xfrm xmlns:a="http://schemas.openxmlformats.org/drawingml/2006/main"/>
      </p:grpSpPr>
      <p:sp>
        <p:nvSpPr>
          <p:cNvPr id="24" name="section-label">
            <a:extLst xmlns:a="http://schemas.openxmlformats.org/drawingml/2006/main">
              <a:ext uri="{FF2B5EF4-FFF2-40B4-BE49-F238E27FC236}">
                <a16:creationId xmlns:a16="http://schemas.microsoft.com/office/drawing/2014/main" id="{44F80CFD-1F92-4243-8AFF-8CA19E2DBF71}"/>
              </a:ext>
            </a:extLst>
          </p:cNvPr>
          <p:cNvSpPr>
            <a:spLocks xmlns:a="http://schemas.openxmlformats.org/drawingml/2006/main" noGrp="1"/>
          </p:cNvSpPr>
          <p:nvPr/>
        </p:nvSpPr>
        <p:spPr>
          <a:xfrm xmlns:a="http://schemas.openxmlformats.org/drawingml/2006/main">
            <a:off x="685800" y="4381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91D2C5"/>
                </a:solidFill>
                <a:latin typeface="Arial"/>
                <a:ea typeface="Arial"/>
                <a:cs typeface="Arial"/>
              </a:defRPr>
            </a:defPPr>
            <a:lvl1pPr algn="l">
              <a:defRPr sz="1125" b="1">
                <a:solidFill>
                  <a:srgbClr val="91D2C5"/>
                </a:solidFill>
                <a:latin typeface="Arial"/>
                <a:ea typeface="Arial"/>
                <a:cs typeface="Arial"/>
              </a:defRPr>
            </a:lvl1pPr>
            <a:lvl2pPr algn="l">
              <a:defRPr sz="1125" b="1">
                <a:solidFill>
                  <a:srgbClr val="91D2C5"/>
                </a:solidFill>
                <a:latin typeface="Arial"/>
                <a:ea typeface="Arial"/>
                <a:cs typeface="Arial"/>
              </a:defRPr>
            </a:lvl2pPr>
            <a:lvl3pPr algn="l">
              <a:defRPr sz="1125" b="1">
                <a:solidFill>
                  <a:srgbClr val="91D2C5"/>
                </a:solidFill>
                <a:latin typeface="Arial"/>
                <a:ea typeface="Arial"/>
                <a:cs typeface="Arial"/>
              </a:defRPr>
            </a:lvl3pPr>
            <a:lvl4pPr algn="l">
              <a:defRPr sz="1125" b="1">
                <a:solidFill>
                  <a:srgbClr val="91D2C5"/>
                </a:solidFill>
                <a:latin typeface="Arial"/>
                <a:ea typeface="Arial"/>
                <a:cs typeface="Arial"/>
              </a:defRPr>
            </a:lvl4pPr>
            <a:lvl5pPr algn="l">
              <a:defRPr sz="1125" b="1">
                <a:solidFill>
                  <a:srgbClr val="91D2C5"/>
                </a:solidFill>
                <a:latin typeface="Arial"/>
                <a:ea typeface="Arial"/>
                <a:cs typeface="Arial"/>
              </a:defRPr>
            </a:lvl5pPr>
            <a:lvl6pPr algn="l">
              <a:defRPr sz="1125" b="1">
                <a:solidFill>
                  <a:srgbClr val="91D2C5"/>
                </a:solidFill>
                <a:latin typeface="Arial"/>
                <a:ea typeface="Arial"/>
                <a:cs typeface="Arial"/>
              </a:defRPr>
            </a:lvl6pPr>
            <a:lvl7pPr algn="l">
              <a:defRPr sz="1125" b="1">
                <a:solidFill>
                  <a:srgbClr val="91D2C5"/>
                </a:solidFill>
                <a:latin typeface="Arial"/>
                <a:ea typeface="Arial"/>
                <a:cs typeface="Arial"/>
              </a:defRPr>
            </a:lvl7pPr>
            <a:lvl8pPr algn="l">
              <a:defRPr sz="1125" b="1">
                <a:solidFill>
                  <a:srgbClr val="91D2C5"/>
                </a:solidFill>
                <a:latin typeface="Arial"/>
                <a:ea typeface="Arial"/>
                <a:cs typeface="Arial"/>
              </a:defRPr>
            </a:lvl8pPr>
            <a:lvl9pPr algn="l">
              <a:defRPr sz="1125" b="1">
                <a:solidFill>
                  <a:srgbClr val="91D2C5"/>
                </a:solidFill>
                <a:latin typeface="Arial"/>
                <a:ea typeface="Arial"/>
                <a:cs typeface="Arial"/>
              </a:defRPr>
            </a:lvl9pPr>
          </a:lstStyle>
          <a:p xmlns:a="http://schemas.openxmlformats.org/drawingml/2006/main">
            <a:pPr algn="l">
              <a:lnSpc>
                <a:spcPct val="105000"/>
              </a:lnSpc>
              <a:buNone/>
              <a:defRPr sz="1125" b="1">
                <a:solidFill>
                  <a:srgbClr val="91D2C5"/>
                </a:solidFill>
                <a:latin typeface="Arial"/>
                <a:ea typeface="Arial"/>
                <a:cs typeface="Arial"/>
              </a:defRPr>
            </a:pPr>
            <a:r>
              <a:rPr sz="1125" b="1">
                <a:solidFill>
                  <a:srgbClr val="91D2C5"/>
                </a:solidFill>
                <a:latin typeface="Arial"/>
                <a:ea typeface="Arial"/>
                <a:cs typeface="Arial"/>
              </a:rPr>
              <a:t>READINESS TODAY</a:t>
            </a:r>
          </a:p>
        </p:txBody>
      </p:sp>
      <p:sp>
        <p:nvSpPr>
          <p:cNvPr id="2" name="slide-title">
            <a:extLst xmlns:a="http://schemas.openxmlformats.org/drawingml/2006/main">
              <a:ext uri="{FF2B5EF4-FFF2-40B4-BE49-F238E27FC236}">
                <a16:creationId xmlns:a16="http://schemas.microsoft.com/office/drawing/2014/main" id="{C5360F62-6C8B-4E61-BBE1-685E49FD4859}"/>
              </a:ext>
            </a:extLst>
          </p:cNvPr>
          <p:cNvSpPr>
            <a:spLocks xmlns:a="http://schemas.openxmlformats.org/drawingml/2006/main" noGrp="1"/>
          </p:cNvSpPr>
          <p:nvPr/>
        </p:nvSpPr>
        <p:spPr>
          <a:xfrm xmlns:a="http://schemas.openxmlformats.org/drawingml/2006/main">
            <a:off x="685800" y="790575"/>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Arial"/>
                <a:ea typeface="Arial"/>
                <a:cs typeface="Arial"/>
              </a:defRPr>
            </a:defPPr>
            <a:lvl1pPr algn="l">
              <a:defRPr sz="3225" b="1">
                <a:solidFill>
                  <a:srgbClr val="FFFFFF"/>
                </a:solidFill>
                <a:latin typeface="Arial"/>
                <a:ea typeface="Arial"/>
                <a:cs typeface="Arial"/>
              </a:defRPr>
            </a:lvl1pPr>
            <a:lvl2pPr algn="l">
              <a:defRPr sz="3225" b="1">
                <a:solidFill>
                  <a:srgbClr val="FFFFFF"/>
                </a:solidFill>
                <a:latin typeface="Arial"/>
                <a:ea typeface="Arial"/>
                <a:cs typeface="Arial"/>
              </a:defRPr>
            </a:lvl2pPr>
            <a:lvl3pPr algn="l">
              <a:defRPr sz="3225" b="1">
                <a:solidFill>
                  <a:srgbClr val="FFFFFF"/>
                </a:solidFill>
                <a:latin typeface="Arial"/>
                <a:ea typeface="Arial"/>
                <a:cs typeface="Arial"/>
              </a:defRPr>
            </a:lvl3pPr>
            <a:lvl4pPr algn="l">
              <a:defRPr sz="3225" b="1">
                <a:solidFill>
                  <a:srgbClr val="FFFFFF"/>
                </a:solidFill>
                <a:latin typeface="Arial"/>
                <a:ea typeface="Arial"/>
                <a:cs typeface="Arial"/>
              </a:defRPr>
            </a:lvl4pPr>
            <a:lvl5pPr algn="l">
              <a:defRPr sz="3225" b="1">
                <a:solidFill>
                  <a:srgbClr val="FFFFFF"/>
                </a:solidFill>
                <a:latin typeface="Arial"/>
                <a:ea typeface="Arial"/>
                <a:cs typeface="Arial"/>
              </a:defRPr>
            </a:lvl5pPr>
            <a:lvl6pPr algn="l">
              <a:defRPr sz="3225" b="1">
                <a:solidFill>
                  <a:srgbClr val="FFFFFF"/>
                </a:solidFill>
                <a:latin typeface="Arial"/>
                <a:ea typeface="Arial"/>
                <a:cs typeface="Arial"/>
              </a:defRPr>
            </a:lvl6pPr>
            <a:lvl7pPr algn="l">
              <a:defRPr sz="3225" b="1">
                <a:solidFill>
                  <a:srgbClr val="FFFFFF"/>
                </a:solidFill>
                <a:latin typeface="Arial"/>
                <a:ea typeface="Arial"/>
                <a:cs typeface="Arial"/>
              </a:defRPr>
            </a:lvl7pPr>
            <a:lvl8pPr algn="l">
              <a:defRPr sz="3225" b="1">
                <a:solidFill>
                  <a:srgbClr val="FFFFFF"/>
                </a:solidFill>
                <a:latin typeface="Arial"/>
                <a:ea typeface="Arial"/>
                <a:cs typeface="Arial"/>
              </a:defRPr>
            </a:lvl8pPr>
            <a:lvl9pPr algn="l">
              <a:defRPr sz="3225" b="1">
                <a:solidFill>
                  <a:srgbClr val="FFFFFF"/>
                </a:solidFill>
                <a:latin typeface="Arial"/>
                <a:ea typeface="Arial"/>
                <a:cs typeface="Arial"/>
              </a:defRPr>
            </a:lvl9pPr>
          </a:lstStyle>
          <a:p xmlns:a="http://schemas.openxmlformats.org/drawingml/2006/main">
            <a:pPr algn="l">
              <a:lnSpc>
                <a:spcPct val="98000"/>
              </a:lnSpc>
              <a:buNone/>
              <a:defRPr sz="3225" b="1">
                <a:solidFill>
                  <a:srgbClr val="FFFFFF"/>
                </a:solidFill>
                <a:latin typeface="Arial"/>
                <a:ea typeface="Arial"/>
                <a:cs typeface="Arial"/>
              </a:defRPr>
            </a:pPr>
            <a:r>
              <a:rPr sz="3225" b="1">
                <a:solidFill>
                  <a:srgbClr val="FFFFFF"/>
                </a:solidFill>
                <a:latin typeface="Arial"/>
                <a:ea typeface="Arial"/>
                <a:cs typeface="Arial"/>
              </a:rPr>
              <a:t>Separate what runs from what must be earned</a:t>
            </a:r>
          </a:p>
        </p:txBody>
      </p:sp>
      <p:sp>
        <p:nvSpPr>
          <p:cNvPr id="3" name="live-title">
            <a:extLst xmlns:a="http://schemas.openxmlformats.org/drawingml/2006/main">
              <a:ext uri="{FF2B5EF4-FFF2-40B4-BE49-F238E27FC236}">
                <a16:creationId xmlns:a16="http://schemas.microsoft.com/office/drawing/2014/main" id="{8BB7A68F-3143-42F5-96EA-25343BBEC384}"/>
              </a:ext>
            </a:extLst>
          </p:cNvPr>
          <p:cNvSpPr>
            <a:spLocks xmlns:a="http://schemas.openxmlformats.org/drawingml/2006/main" noGrp="1"/>
          </p:cNvSpPr>
          <p:nvPr/>
        </p:nvSpPr>
        <p:spPr>
          <a:xfrm xmlns:a="http://schemas.openxmlformats.org/drawingml/2006/main">
            <a:off x="723900" y="1885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91D2C5"/>
                </a:solidFill>
                <a:latin typeface="Arial"/>
                <a:ea typeface="Arial"/>
                <a:cs typeface="Arial"/>
              </a:defRPr>
            </a:defPPr>
            <a:lvl1pPr algn="l">
              <a:defRPr sz="1200" b="1">
                <a:solidFill>
                  <a:srgbClr val="91D2C5"/>
                </a:solidFill>
                <a:latin typeface="Arial"/>
                <a:ea typeface="Arial"/>
                <a:cs typeface="Arial"/>
              </a:defRPr>
            </a:lvl1pPr>
            <a:lvl2pPr algn="l">
              <a:defRPr sz="1200" b="1">
                <a:solidFill>
                  <a:srgbClr val="91D2C5"/>
                </a:solidFill>
                <a:latin typeface="Arial"/>
                <a:ea typeface="Arial"/>
                <a:cs typeface="Arial"/>
              </a:defRPr>
            </a:lvl2pPr>
            <a:lvl3pPr algn="l">
              <a:defRPr sz="1200" b="1">
                <a:solidFill>
                  <a:srgbClr val="91D2C5"/>
                </a:solidFill>
                <a:latin typeface="Arial"/>
                <a:ea typeface="Arial"/>
                <a:cs typeface="Arial"/>
              </a:defRPr>
            </a:lvl3pPr>
            <a:lvl4pPr algn="l">
              <a:defRPr sz="1200" b="1">
                <a:solidFill>
                  <a:srgbClr val="91D2C5"/>
                </a:solidFill>
                <a:latin typeface="Arial"/>
                <a:ea typeface="Arial"/>
                <a:cs typeface="Arial"/>
              </a:defRPr>
            </a:lvl4pPr>
            <a:lvl5pPr algn="l">
              <a:defRPr sz="1200" b="1">
                <a:solidFill>
                  <a:srgbClr val="91D2C5"/>
                </a:solidFill>
                <a:latin typeface="Arial"/>
                <a:ea typeface="Arial"/>
                <a:cs typeface="Arial"/>
              </a:defRPr>
            </a:lvl5pPr>
            <a:lvl6pPr algn="l">
              <a:defRPr sz="1200" b="1">
                <a:solidFill>
                  <a:srgbClr val="91D2C5"/>
                </a:solidFill>
                <a:latin typeface="Arial"/>
                <a:ea typeface="Arial"/>
                <a:cs typeface="Arial"/>
              </a:defRPr>
            </a:lvl6pPr>
            <a:lvl7pPr algn="l">
              <a:defRPr sz="1200" b="1">
                <a:solidFill>
                  <a:srgbClr val="91D2C5"/>
                </a:solidFill>
                <a:latin typeface="Arial"/>
                <a:ea typeface="Arial"/>
                <a:cs typeface="Arial"/>
              </a:defRPr>
            </a:lvl7pPr>
            <a:lvl8pPr algn="l">
              <a:defRPr sz="1200" b="1">
                <a:solidFill>
                  <a:srgbClr val="91D2C5"/>
                </a:solidFill>
                <a:latin typeface="Arial"/>
                <a:ea typeface="Arial"/>
                <a:cs typeface="Arial"/>
              </a:defRPr>
            </a:lvl8pPr>
            <a:lvl9pPr algn="l">
              <a:defRPr sz="1200" b="1">
                <a:solidFill>
                  <a:srgbClr val="91D2C5"/>
                </a:solidFill>
                <a:latin typeface="Arial"/>
                <a:ea typeface="Arial"/>
                <a:cs typeface="Arial"/>
              </a:defRPr>
            </a:lvl9pPr>
          </a:lstStyle>
          <a:p xmlns:a="http://schemas.openxmlformats.org/drawingml/2006/main">
            <a:pPr algn="l">
              <a:lnSpc>
                <a:spcPct val="105000"/>
              </a:lnSpc>
              <a:buNone/>
              <a:defRPr sz="1200" b="1">
                <a:solidFill>
                  <a:srgbClr val="91D2C5"/>
                </a:solidFill>
                <a:latin typeface="Arial"/>
                <a:ea typeface="Arial"/>
                <a:cs typeface="Arial"/>
              </a:defRPr>
            </a:pPr>
            <a:r>
              <a:rPr sz="1200" b="1">
                <a:solidFill>
                  <a:srgbClr val="91D2C5"/>
                </a:solidFill>
                <a:latin typeface="Arial"/>
                <a:ea typeface="Arial"/>
                <a:cs typeface="Arial"/>
              </a:rPr>
              <a:t>IN THE CODEBASE</a:t>
            </a:r>
          </a:p>
        </p:txBody>
      </p:sp>
      <p:sp>
        <p:nvSpPr>
          <p:cNvPr id="4" name="future-title">
            <a:extLst xmlns:a="http://schemas.openxmlformats.org/drawingml/2006/main">
              <a:ext uri="{FF2B5EF4-FFF2-40B4-BE49-F238E27FC236}">
                <a16:creationId xmlns:a16="http://schemas.microsoft.com/office/drawing/2014/main" id="{74CBAE27-DD2B-407C-93F2-4C9AD39D238A}"/>
              </a:ext>
            </a:extLst>
          </p:cNvPr>
          <p:cNvSpPr>
            <a:spLocks xmlns:a="http://schemas.openxmlformats.org/drawingml/2006/main" noGrp="1"/>
          </p:cNvSpPr>
          <p:nvPr/>
        </p:nvSpPr>
        <p:spPr>
          <a:xfrm xmlns:a="http://schemas.openxmlformats.org/drawingml/2006/main">
            <a:off x="6515100" y="1885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EE806C"/>
                </a:solidFill>
                <a:latin typeface="Arial"/>
                <a:ea typeface="Arial"/>
                <a:cs typeface="Arial"/>
              </a:defRPr>
            </a:defPPr>
            <a:lvl1pPr algn="l">
              <a:defRPr sz="1200" b="1">
                <a:solidFill>
                  <a:srgbClr val="EE806C"/>
                </a:solidFill>
                <a:latin typeface="Arial"/>
                <a:ea typeface="Arial"/>
                <a:cs typeface="Arial"/>
              </a:defRPr>
            </a:lvl1pPr>
            <a:lvl2pPr algn="l">
              <a:defRPr sz="1200" b="1">
                <a:solidFill>
                  <a:srgbClr val="EE806C"/>
                </a:solidFill>
                <a:latin typeface="Arial"/>
                <a:ea typeface="Arial"/>
                <a:cs typeface="Arial"/>
              </a:defRPr>
            </a:lvl2pPr>
            <a:lvl3pPr algn="l">
              <a:defRPr sz="1200" b="1">
                <a:solidFill>
                  <a:srgbClr val="EE806C"/>
                </a:solidFill>
                <a:latin typeface="Arial"/>
                <a:ea typeface="Arial"/>
                <a:cs typeface="Arial"/>
              </a:defRPr>
            </a:lvl3pPr>
            <a:lvl4pPr algn="l">
              <a:defRPr sz="1200" b="1">
                <a:solidFill>
                  <a:srgbClr val="EE806C"/>
                </a:solidFill>
                <a:latin typeface="Arial"/>
                <a:ea typeface="Arial"/>
                <a:cs typeface="Arial"/>
              </a:defRPr>
            </a:lvl4pPr>
            <a:lvl5pPr algn="l">
              <a:defRPr sz="1200" b="1">
                <a:solidFill>
                  <a:srgbClr val="EE806C"/>
                </a:solidFill>
                <a:latin typeface="Arial"/>
                <a:ea typeface="Arial"/>
                <a:cs typeface="Arial"/>
              </a:defRPr>
            </a:lvl5pPr>
            <a:lvl6pPr algn="l">
              <a:defRPr sz="1200" b="1">
                <a:solidFill>
                  <a:srgbClr val="EE806C"/>
                </a:solidFill>
                <a:latin typeface="Arial"/>
                <a:ea typeface="Arial"/>
                <a:cs typeface="Arial"/>
              </a:defRPr>
            </a:lvl6pPr>
            <a:lvl7pPr algn="l">
              <a:defRPr sz="1200" b="1">
                <a:solidFill>
                  <a:srgbClr val="EE806C"/>
                </a:solidFill>
                <a:latin typeface="Arial"/>
                <a:ea typeface="Arial"/>
                <a:cs typeface="Arial"/>
              </a:defRPr>
            </a:lvl7pPr>
            <a:lvl8pPr algn="l">
              <a:defRPr sz="1200" b="1">
                <a:solidFill>
                  <a:srgbClr val="EE806C"/>
                </a:solidFill>
                <a:latin typeface="Arial"/>
                <a:ea typeface="Arial"/>
                <a:cs typeface="Arial"/>
              </a:defRPr>
            </a:lvl8pPr>
            <a:lvl9pPr algn="l">
              <a:defRPr sz="1200" b="1">
                <a:solidFill>
                  <a:srgbClr val="EE806C"/>
                </a:solidFill>
                <a:latin typeface="Arial"/>
                <a:ea typeface="Arial"/>
                <a:cs typeface="Arial"/>
              </a:defRPr>
            </a:lvl9pPr>
          </a:lstStyle>
          <a:p xmlns:a="http://schemas.openxmlformats.org/drawingml/2006/main">
            <a:pPr algn="l">
              <a:lnSpc>
                <a:spcPct val="105000"/>
              </a:lnSpc>
              <a:buNone/>
              <a:defRPr sz="1200" b="1">
                <a:solidFill>
                  <a:srgbClr val="EE806C"/>
                </a:solidFill>
                <a:latin typeface="Arial"/>
                <a:ea typeface="Arial"/>
                <a:cs typeface="Arial"/>
              </a:defRPr>
            </a:pPr>
            <a:r>
              <a:rPr sz="1200" b="1">
                <a:solidFill>
                  <a:srgbClr val="EE806C"/>
                </a:solidFill>
                <a:latin typeface="Arial"/>
                <a:ea typeface="Arial"/>
                <a:cs typeface="Arial"/>
              </a:rPr>
              <a:t>NOT YET ESTABLISHED</a:t>
            </a:r>
          </a:p>
        </p:txBody>
      </p:sp>
      <p:sp>
        <p:nvSpPr>
          <p:cNvPr id="5" name="divider">
            <a:extLst xmlns:a="http://schemas.openxmlformats.org/drawingml/2006/main">
              <a:ext uri="{FF2B5EF4-FFF2-40B4-BE49-F238E27FC236}">
                <a16:creationId xmlns:a16="http://schemas.microsoft.com/office/drawing/2014/main" id="{5F717B88-0251-477D-BB63-84B9E36EFD69}"/>
              </a:ext>
            </a:extLst>
          </p:cNvPr>
          <p:cNvSpPr>
            <a:spLocks xmlns:a="http://schemas.openxmlformats.org/drawingml/2006/main" noGrp="1"/>
          </p:cNvSpPr>
          <p:nvPr/>
        </p:nvSpPr>
        <p:spPr>
          <a:xfrm xmlns:a="http://schemas.openxmlformats.org/drawingml/2006/main">
            <a:off x="723900" y="2266950"/>
            <a:ext cx="4857750" cy="19050"/>
          </a:xfrm>
          <a:prstGeom xmlns:a="http://schemas.openxmlformats.org/drawingml/2006/main" prst="rect">
            <a:avLst/>
          </a:prstGeom>
          <a:solidFill xmlns:a="http://schemas.openxmlformats.org/drawingml/2006/main">
            <a:srgbClr val="34515B"/>
          </a:solidFill>
          <a:ln xmlns:a="http://schemas.openxmlformats.org/drawingml/2006/main" w="0">
            <a:noFill/>
            <a:prstDash val="solid"/>
          </a:ln>
        </p:spPr>
      </p:sp>
      <p:sp>
        <p:nvSpPr>
          <p:cNvPr id="6" name="divider">
            <a:extLst xmlns:a="http://schemas.openxmlformats.org/drawingml/2006/main">
              <a:ext uri="{FF2B5EF4-FFF2-40B4-BE49-F238E27FC236}">
                <a16:creationId xmlns:a16="http://schemas.microsoft.com/office/drawing/2014/main" id="{84A6A1F6-A51B-4AF0-AB7E-72D226FBC587}"/>
              </a:ext>
            </a:extLst>
          </p:cNvPr>
          <p:cNvSpPr>
            <a:spLocks xmlns:a="http://schemas.openxmlformats.org/drawingml/2006/main" noGrp="1"/>
          </p:cNvSpPr>
          <p:nvPr/>
        </p:nvSpPr>
        <p:spPr>
          <a:xfrm xmlns:a="http://schemas.openxmlformats.org/drawingml/2006/main">
            <a:off x="6515100" y="2266950"/>
            <a:ext cx="4857750" cy="19050"/>
          </a:xfrm>
          <a:prstGeom xmlns:a="http://schemas.openxmlformats.org/drawingml/2006/main" prst="rect">
            <a:avLst/>
          </a:prstGeom>
          <a:solidFill xmlns:a="http://schemas.openxmlformats.org/drawingml/2006/main">
            <a:srgbClr val="34515B"/>
          </a:solidFill>
          <a:ln xmlns:a="http://schemas.openxmlformats.org/drawingml/2006/main" w="0">
            <a:noFill/>
            <a:prstDash val="solid"/>
          </a:ln>
        </p:spPr>
      </p:sp>
      <p:sp>
        <p:nvSpPr>
          <p:cNvPr id="7" name="live-mark-0">
            <a:extLst xmlns:a="http://schemas.openxmlformats.org/drawingml/2006/main">
              <a:ext uri="{FF2B5EF4-FFF2-40B4-BE49-F238E27FC236}">
                <a16:creationId xmlns:a16="http://schemas.microsoft.com/office/drawing/2014/main" id="{438DFE41-2868-44D7-ACD6-44BD648AF45B}"/>
              </a:ext>
            </a:extLst>
          </p:cNvPr>
          <p:cNvSpPr>
            <a:spLocks xmlns:a="http://schemas.openxmlformats.org/drawingml/2006/main" noGrp="1"/>
          </p:cNvSpPr>
          <p:nvPr/>
        </p:nvSpPr>
        <p:spPr>
          <a:xfrm xmlns:a="http://schemas.openxmlformats.org/drawingml/2006/main">
            <a:off x="723900" y="25717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91D2C5"/>
                </a:solidFill>
                <a:latin typeface="Arial"/>
                <a:ea typeface="Arial"/>
                <a:cs typeface="Arial"/>
              </a:defRPr>
            </a:defPPr>
            <a:lvl1pPr algn="l">
              <a:defRPr sz="1725" b="1">
                <a:solidFill>
                  <a:srgbClr val="91D2C5"/>
                </a:solidFill>
                <a:latin typeface="Arial"/>
                <a:ea typeface="Arial"/>
                <a:cs typeface="Arial"/>
              </a:defRPr>
            </a:lvl1pPr>
            <a:lvl2pPr algn="l">
              <a:defRPr sz="1725" b="1">
                <a:solidFill>
                  <a:srgbClr val="91D2C5"/>
                </a:solidFill>
                <a:latin typeface="Arial"/>
                <a:ea typeface="Arial"/>
                <a:cs typeface="Arial"/>
              </a:defRPr>
            </a:lvl2pPr>
            <a:lvl3pPr algn="l">
              <a:defRPr sz="1725" b="1">
                <a:solidFill>
                  <a:srgbClr val="91D2C5"/>
                </a:solidFill>
                <a:latin typeface="Arial"/>
                <a:ea typeface="Arial"/>
                <a:cs typeface="Arial"/>
              </a:defRPr>
            </a:lvl3pPr>
            <a:lvl4pPr algn="l">
              <a:defRPr sz="1725" b="1">
                <a:solidFill>
                  <a:srgbClr val="91D2C5"/>
                </a:solidFill>
                <a:latin typeface="Arial"/>
                <a:ea typeface="Arial"/>
                <a:cs typeface="Arial"/>
              </a:defRPr>
            </a:lvl4pPr>
            <a:lvl5pPr algn="l">
              <a:defRPr sz="1725" b="1">
                <a:solidFill>
                  <a:srgbClr val="91D2C5"/>
                </a:solidFill>
                <a:latin typeface="Arial"/>
                <a:ea typeface="Arial"/>
                <a:cs typeface="Arial"/>
              </a:defRPr>
            </a:lvl5pPr>
            <a:lvl6pPr algn="l">
              <a:defRPr sz="1725" b="1">
                <a:solidFill>
                  <a:srgbClr val="91D2C5"/>
                </a:solidFill>
                <a:latin typeface="Arial"/>
                <a:ea typeface="Arial"/>
                <a:cs typeface="Arial"/>
              </a:defRPr>
            </a:lvl6pPr>
            <a:lvl7pPr algn="l">
              <a:defRPr sz="1725" b="1">
                <a:solidFill>
                  <a:srgbClr val="91D2C5"/>
                </a:solidFill>
                <a:latin typeface="Arial"/>
                <a:ea typeface="Arial"/>
                <a:cs typeface="Arial"/>
              </a:defRPr>
            </a:lvl7pPr>
            <a:lvl8pPr algn="l">
              <a:defRPr sz="1725" b="1">
                <a:solidFill>
                  <a:srgbClr val="91D2C5"/>
                </a:solidFill>
                <a:latin typeface="Arial"/>
                <a:ea typeface="Arial"/>
                <a:cs typeface="Arial"/>
              </a:defRPr>
            </a:lvl8pPr>
            <a:lvl9pPr algn="l">
              <a:defRPr sz="1725" b="1">
                <a:solidFill>
                  <a:srgbClr val="91D2C5"/>
                </a:solidFill>
                <a:latin typeface="Arial"/>
                <a:ea typeface="Arial"/>
                <a:cs typeface="Arial"/>
              </a:defRPr>
            </a:lvl9pPr>
          </a:lstStyle>
          <a:p xmlns:a="http://schemas.openxmlformats.org/drawingml/2006/main">
            <a:pPr algn="l">
              <a:lnSpc>
                <a:spcPct val="105000"/>
              </a:lnSpc>
              <a:buNone/>
              <a:defRPr sz="1725" b="1">
                <a:solidFill>
                  <a:srgbClr val="91D2C5"/>
                </a:solidFill>
                <a:latin typeface="Arial"/>
                <a:ea typeface="Arial"/>
                <a:cs typeface="Arial"/>
              </a:defRPr>
            </a:pPr>
            <a:r>
              <a:rPr sz="1725" b="1">
                <a:solidFill>
                  <a:srgbClr val="91D2C5"/>
                </a:solidFill>
                <a:latin typeface="Arial"/>
                <a:ea typeface="Arial"/>
                <a:cs typeface="Arial"/>
              </a:rPr>
              <a:t>—</a:t>
            </a:r>
          </a:p>
        </p:txBody>
      </p:sp>
      <p:sp>
        <p:nvSpPr>
          <p:cNvPr id="8" name="live-item-0">
            <a:extLst xmlns:a="http://schemas.openxmlformats.org/drawingml/2006/main">
              <a:ext uri="{FF2B5EF4-FFF2-40B4-BE49-F238E27FC236}">
                <a16:creationId xmlns:a16="http://schemas.microsoft.com/office/drawing/2014/main" id="{72D47163-7ACA-4893-AF66-B7FBF48FDA85}"/>
              </a:ext>
            </a:extLst>
          </p:cNvPr>
          <p:cNvSpPr>
            <a:spLocks xmlns:a="http://schemas.openxmlformats.org/drawingml/2006/main" noGrp="1"/>
          </p:cNvSpPr>
          <p:nvPr/>
        </p:nvSpPr>
        <p:spPr>
          <a:xfrm xmlns:a="http://schemas.openxmlformats.org/drawingml/2006/main">
            <a:off x="1028700" y="25717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FFFFFF"/>
                </a:solidFill>
                <a:latin typeface="Arial"/>
                <a:ea typeface="Arial"/>
                <a:cs typeface="Arial"/>
              </a:defRPr>
            </a:defPPr>
            <a:lvl1pPr algn="l">
              <a:defRPr sz="1500" b="0">
                <a:solidFill>
                  <a:srgbClr val="FFFFFF"/>
                </a:solidFill>
                <a:latin typeface="Arial"/>
                <a:ea typeface="Arial"/>
                <a:cs typeface="Arial"/>
              </a:defRPr>
            </a:lvl1pPr>
            <a:lvl2pPr algn="l">
              <a:defRPr sz="1500" b="0">
                <a:solidFill>
                  <a:srgbClr val="FFFFFF"/>
                </a:solidFill>
                <a:latin typeface="Arial"/>
                <a:ea typeface="Arial"/>
                <a:cs typeface="Arial"/>
              </a:defRPr>
            </a:lvl2pPr>
            <a:lvl3pPr algn="l">
              <a:defRPr sz="1500" b="0">
                <a:solidFill>
                  <a:srgbClr val="FFFFFF"/>
                </a:solidFill>
                <a:latin typeface="Arial"/>
                <a:ea typeface="Arial"/>
                <a:cs typeface="Arial"/>
              </a:defRPr>
            </a:lvl3pPr>
            <a:lvl4pPr algn="l">
              <a:defRPr sz="1500" b="0">
                <a:solidFill>
                  <a:srgbClr val="FFFFFF"/>
                </a:solidFill>
                <a:latin typeface="Arial"/>
                <a:ea typeface="Arial"/>
                <a:cs typeface="Arial"/>
              </a:defRPr>
            </a:lvl4pPr>
            <a:lvl5pPr algn="l">
              <a:defRPr sz="1500" b="0">
                <a:solidFill>
                  <a:srgbClr val="FFFFFF"/>
                </a:solidFill>
                <a:latin typeface="Arial"/>
                <a:ea typeface="Arial"/>
                <a:cs typeface="Arial"/>
              </a:defRPr>
            </a:lvl5pPr>
            <a:lvl6pPr algn="l">
              <a:defRPr sz="1500" b="0">
                <a:solidFill>
                  <a:srgbClr val="FFFFFF"/>
                </a:solidFill>
                <a:latin typeface="Arial"/>
                <a:ea typeface="Arial"/>
                <a:cs typeface="Arial"/>
              </a:defRPr>
            </a:lvl6pPr>
            <a:lvl7pPr algn="l">
              <a:defRPr sz="1500" b="0">
                <a:solidFill>
                  <a:srgbClr val="FFFFFF"/>
                </a:solidFill>
                <a:latin typeface="Arial"/>
                <a:ea typeface="Arial"/>
                <a:cs typeface="Arial"/>
              </a:defRPr>
            </a:lvl7pPr>
            <a:lvl8pPr algn="l">
              <a:defRPr sz="1500" b="0">
                <a:solidFill>
                  <a:srgbClr val="FFFFFF"/>
                </a:solidFill>
                <a:latin typeface="Arial"/>
                <a:ea typeface="Arial"/>
                <a:cs typeface="Arial"/>
              </a:defRPr>
            </a:lvl8pPr>
            <a:lvl9pPr algn="l">
              <a:defRPr sz="1500" b="0">
                <a:solidFill>
                  <a:srgbClr val="FFFFFF"/>
                </a:solidFill>
                <a:latin typeface="Arial"/>
                <a:ea typeface="Arial"/>
                <a:cs typeface="Arial"/>
              </a:defRPr>
            </a:lvl9pPr>
          </a:lstStyle>
          <a:p xmlns:a="http://schemas.openxmlformats.org/drawingml/2006/main">
            <a:pPr algn="l">
              <a:lnSpc>
                <a:spcPct val="105000"/>
              </a:lnSpc>
              <a:buNone/>
              <a:defRPr sz="1500" b="0">
                <a:solidFill>
                  <a:srgbClr val="FFFFFF"/>
                </a:solidFill>
                <a:latin typeface="Arial"/>
                <a:ea typeface="Arial"/>
                <a:cs typeface="Arial"/>
              </a:defRPr>
            </a:pPr>
            <a:r>
              <a:rPr sz="1500" b="0">
                <a:solidFill>
                  <a:srgbClr val="FFFFFF"/>
                </a:solidFill>
                <a:latin typeface="Arial"/>
                <a:ea typeface="Arial"/>
                <a:cs typeface="Arial"/>
              </a:rPr>
              <a:t>Next.js client and Express API</a:t>
            </a:r>
          </a:p>
        </p:txBody>
      </p:sp>
      <p:sp>
        <p:nvSpPr>
          <p:cNvPr id="9" name="live-mark-1">
            <a:extLst xmlns:a="http://schemas.openxmlformats.org/drawingml/2006/main">
              <a:ext uri="{FF2B5EF4-FFF2-40B4-BE49-F238E27FC236}">
                <a16:creationId xmlns:a16="http://schemas.microsoft.com/office/drawing/2014/main" id="{7DB2D82E-E26D-41EA-AA72-E968A8623362}"/>
              </a:ext>
            </a:extLst>
          </p:cNvPr>
          <p:cNvSpPr>
            <a:spLocks xmlns:a="http://schemas.openxmlformats.org/drawingml/2006/main" noGrp="1"/>
          </p:cNvSpPr>
          <p:nvPr/>
        </p:nvSpPr>
        <p:spPr>
          <a:xfrm xmlns:a="http://schemas.openxmlformats.org/drawingml/2006/main">
            <a:off x="723900" y="32194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91D2C5"/>
                </a:solidFill>
                <a:latin typeface="Arial"/>
                <a:ea typeface="Arial"/>
                <a:cs typeface="Arial"/>
              </a:defRPr>
            </a:defPPr>
            <a:lvl1pPr algn="l">
              <a:defRPr sz="1725" b="1">
                <a:solidFill>
                  <a:srgbClr val="91D2C5"/>
                </a:solidFill>
                <a:latin typeface="Arial"/>
                <a:ea typeface="Arial"/>
                <a:cs typeface="Arial"/>
              </a:defRPr>
            </a:lvl1pPr>
            <a:lvl2pPr algn="l">
              <a:defRPr sz="1725" b="1">
                <a:solidFill>
                  <a:srgbClr val="91D2C5"/>
                </a:solidFill>
                <a:latin typeface="Arial"/>
                <a:ea typeface="Arial"/>
                <a:cs typeface="Arial"/>
              </a:defRPr>
            </a:lvl2pPr>
            <a:lvl3pPr algn="l">
              <a:defRPr sz="1725" b="1">
                <a:solidFill>
                  <a:srgbClr val="91D2C5"/>
                </a:solidFill>
                <a:latin typeface="Arial"/>
                <a:ea typeface="Arial"/>
                <a:cs typeface="Arial"/>
              </a:defRPr>
            </a:lvl3pPr>
            <a:lvl4pPr algn="l">
              <a:defRPr sz="1725" b="1">
                <a:solidFill>
                  <a:srgbClr val="91D2C5"/>
                </a:solidFill>
                <a:latin typeface="Arial"/>
                <a:ea typeface="Arial"/>
                <a:cs typeface="Arial"/>
              </a:defRPr>
            </a:lvl4pPr>
            <a:lvl5pPr algn="l">
              <a:defRPr sz="1725" b="1">
                <a:solidFill>
                  <a:srgbClr val="91D2C5"/>
                </a:solidFill>
                <a:latin typeface="Arial"/>
                <a:ea typeface="Arial"/>
                <a:cs typeface="Arial"/>
              </a:defRPr>
            </a:lvl5pPr>
            <a:lvl6pPr algn="l">
              <a:defRPr sz="1725" b="1">
                <a:solidFill>
                  <a:srgbClr val="91D2C5"/>
                </a:solidFill>
                <a:latin typeface="Arial"/>
                <a:ea typeface="Arial"/>
                <a:cs typeface="Arial"/>
              </a:defRPr>
            </a:lvl6pPr>
            <a:lvl7pPr algn="l">
              <a:defRPr sz="1725" b="1">
                <a:solidFill>
                  <a:srgbClr val="91D2C5"/>
                </a:solidFill>
                <a:latin typeface="Arial"/>
                <a:ea typeface="Arial"/>
                <a:cs typeface="Arial"/>
              </a:defRPr>
            </a:lvl7pPr>
            <a:lvl8pPr algn="l">
              <a:defRPr sz="1725" b="1">
                <a:solidFill>
                  <a:srgbClr val="91D2C5"/>
                </a:solidFill>
                <a:latin typeface="Arial"/>
                <a:ea typeface="Arial"/>
                <a:cs typeface="Arial"/>
              </a:defRPr>
            </a:lvl8pPr>
            <a:lvl9pPr algn="l">
              <a:defRPr sz="1725" b="1">
                <a:solidFill>
                  <a:srgbClr val="91D2C5"/>
                </a:solidFill>
                <a:latin typeface="Arial"/>
                <a:ea typeface="Arial"/>
                <a:cs typeface="Arial"/>
              </a:defRPr>
            </a:lvl9pPr>
          </a:lstStyle>
          <a:p xmlns:a="http://schemas.openxmlformats.org/drawingml/2006/main">
            <a:pPr algn="l">
              <a:lnSpc>
                <a:spcPct val="105000"/>
              </a:lnSpc>
              <a:buNone/>
              <a:defRPr sz="1725" b="1">
                <a:solidFill>
                  <a:srgbClr val="91D2C5"/>
                </a:solidFill>
                <a:latin typeface="Arial"/>
                <a:ea typeface="Arial"/>
                <a:cs typeface="Arial"/>
              </a:defRPr>
            </a:pPr>
            <a:r>
              <a:rPr sz="1725" b="1">
                <a:solidFill>
                  <a:srgbClr val="91D2C5"/>
                </a:solidFill>
                <a:latin typeface="Arial"/>
                <a:ea typeface="Arial"/>
                <a:cs typeface="Arial"/>
              </a:rPr>
              <a:t>—</a:t>
            </a:r>
          </a:p>
        </p:txBody>
      </p:sp>
      <p:sp>
        <p:nvSpPr>
          <p:cNvPr id="10" name="live-item-1">
            <a:extLst xmlns:a="http://schemas.openxmlformats.org/drawingml/2006/main">
              <a:ext uri="{FF2B5EF4-FFF2-40B4-BE49-F238E27FC236}">
                <a16:creationId xmlns:a16="http://schemas.microsoft.com/office/drawing/2014/main" id="{9808C5DC-6B74-4D3B-BC4D-CF697B4EF081}"/>
              </a:ext>
            </a:extLst>
          </p:cNvPr>
          <p:cNvSpPr>
            <a:spLocks xmlns:a="http://schemas.openxmlformats.org/drawingml/2006/main" noGrp="1"/>
          </p:cNvSpPr>
          <p:nvPr/>
        </p:nvSpPr>
        <p:spPr>
          <a:xfrm xmlns:a="http://schemas.openxmlformats.org/drawingml/2006/main">
            <a:off x="1028700" y="32194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FFFFFF"/>
                </a:solidFill>
                <a:latin typeface="Arial"/>
                <a:ea typeface="Arial"/>
                <a:cs typeface="Arial"/>
              </a:defRPr>
            </a:defPPr>
            <a:lvl1pPr algn="l">
              <a:defRPr sz="1500" b="0">
                <a:solidFill>
                  <a:srgbClr val="FFFFFF"/>
                </a:solidFill>
                <a:latin typeface="Arial"/>
                <a:ea typeface="Arial"/>
                <a:cs typeface="Arial"/>
              </a:defRPr>
            </a:lvl1pPr>
            <a:lvl2pPr algn="l">
              <a:defRPr sz="1500" b="0">
                <a:solidFill>
                  <a:srgbClr val="FFFFFF"/>
                </a:solidFill>
                <a:latin typeface="Arial"/>
                <a:ea typeface="Arial"/>
                <a:cs typeface="Arial"/>
              </a:defRPr>
            </a:lvl2pPr>
            <a:lvl3pPr algn="l">
              <a:defRPr sz="1500" b="0">
                <a:solidFill>
                  <a:srgbClr val="FFFFFF"/>
                </a:solidFill>
                <a:latin typeface="Arial"/>
                <a:ea typeface="Arial"/>
                <a:cs typeface="Arial"/>
              </a:defRPr>
            </a:lvl3pPr>
            <a:lvl4pPr algn="l">
              <a:defRPr sz="1500" b="0">
                <a:solidFill>
                  <a:srgbClr val="FFFFFF"/>
                </a:solidFill>
                <a:latin typeface="Arial"/>
                <a:ea typeface="Arial"/>
                <a:cs typeface="Arial"/>
              </a:defRPr>
            </a:lvl4pPr>
            <a:lvl5pPr algn="l">
              <a:defRPr sz="1500" b="0">
                <a:solidFill>
                  <a:srgbClr val="FFFFFF"/>
                </a:solidFill>
                <a:latin typeface="Arial"/>
                <a:ea typeface="Arial"/>
                <a:cs typeface="Arial"/>
              </a:defRPr>
            </a:lvl5pPr>
            <a:lvl6pPr algn="l">
              <a:defRPr sz="1500" b="0">
                <a:solidFill>
                  <a:srgbClr val="FFFFFF"/>
                </a:solidFill>
                <a:latin typeface="Arial"/>
                <a:ea typeface="Arial"/>
                <a:cs typeface="Arial"/>
              </a:defRPr>
            </a:lvl6pPr>
            <a:lvl7pPr algn="l">
              <a:defRPr sz="1500" b="0">
                <a:solidFill>
                  <a:srgbClr val="FFFFFF"/>
                </a:solidFill>
                <a:latin typeface="Arial"/>
                <a:ea typeface="Arial"/>
                <a:cs typeface="Arial"/>
              </a:defRPr>
            </a:lvl7pPr>
            <a:lvl8pPr algn="l">
              <a:defRPr sz="1500" b="0">
                <a:solidFill>
                  <a:srgbClr val="FFFFFF"/>
                </a:solidFill>
                <a:latin typeface="Arial"/>
                <a:ea typeface="Arial"/>
                <a:cs typeface="Arial"/>
              </a:defRPr>
            </a:lvl8pPr>
            <a:lvl9pPr algn="l">
              <a:defRPr sz="1500" b="0">
                <a:solidFill>
                  <a:srgbClr val="FFFFFF"/>
                </a:solidFill>
                <a:latin typeface="Arial"/>
                <a:ea typeface="Arial"/>
                <a:cs typeface="Arial"/>
              </a:defRPr>
            </a:lvl9pPr>
          </a:lstStyle>
          <a:p xmlns:a="http://schemas.openxmlformats.org/drawingml/2006/main">
            <a:pPr algn="l">
              <a:lnSpc>
                <a:spcPct val="105000"/>
              </a:lnSpc>
              <a:buNone/>
              <a:defRPr sz="1500" b="0">
                <a:solidFill>
                  <a:srgbClr val="FFFFFF"/>
                </a:solidFill>
                <a:latin typeface="Arial"/>
                <a:ea typeface="Arial"/>
                <a:cs typeface="Arial"/>
              </a:defRPr>
            </a:pPr>
            <a:r>
              <a:rPr sz="1500" b="0">
                <a:solidFill>
                  <a:srgbClr val="FFFFFF"/>
                </a:solidFill>
                <a:latin typeface="Arial"/>
                <a:ea typeface="Arial"/>
                <a:cs typeface="Arial"/>
              </a:rPr>
              <a:t>Account, billing, and marketplace flows</a:t>
            </a:r>
          </a:p>
        </p:txBody>
      </p:sp>
      <p:sp>
        <p:nvSpPr>
          <p:cNvPr id="11" name="live-mark-2">
            <a:extLst xmlns:a="http://schemas.openxmlformats.org/drawingml/2006/main">
              <a:ext uri="{FF2B5EF4-FFF2-40B4-BE49-F238E27FC236}">
                <a16:creationId xmlns:a16="http://schemas.microsoft.com/office/drawing/2014/main" id="{0B4D3382-1372-47AB-A0DC-6C8D027FDAEB}"/>
              </a:ext>
            </a:extLst>
          </p:cNvPr>
          <p:cNvSpPr>
            <a:spLocks xmlns:a="http://schemas.openxmlformats.org/drawingml/2006/main" noGrp="1"/>
          </p:cNvSpPr>
          <p:nvPr/>
        </p:nvSpPr>
        <p:spPr>
          <a:xfrm xmlns:a="http://schemas.openxmlformats.org/drawingml/2006/main">
            <a:off x="723900" y="38671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91D2C5"/>
                </a:solidFill>
                <a:latin typeface="Arial"/>
                <a:ea typeface="Arial"/>
                <a:cs typeface="Arial"/>
              </a:defRPr>
            </a:defPPr>
            <a:lvl1pPr algn="l">
              <a:defRPr sz="1725" b="1">
                <a:solidFill>
                  <a:srgbClr val="91D2C5"/>
                </a:solidFill>
                <a:latin typeface="Arial"/>
                <a:ea typeface="Arial"/>
                <a:cs typeface="Arial"/>
              </a:defRPr>
            </a:lvl1pPr>
            <a:lvl2pPr algn="l">
              <a:defRPr sz="1725" b="1">
                <a:solidFill>
                  <a:srgbClr val="91D2C5"/>
                </a:solidFill>
                <a:latin typeface="Arial"/>
                <a:ea typeface="Arial"/>
                <a:cs typeface="Arial"/>
              </a:defRPr>
            </a:lvl2pPr>
            <a:lvl3pPr algn="l">
              <a:defRPr sz="1725" b="1">
                <a:solidFill>
                  <a:srgbClr val="91D2C5"/>
                </a:solidFill>
                <a:latin typeface="Arial"/>
                <a:ea typeface="Arial"/>
                <a:cs typeface="Arial"/>
              </a:defRPr>
            </a:lvl3pPr>
            <a:lvl4pPr algn="l">
              <a:defRPr sz="1725" b="1">
                <a:solidFill>
                  <a:srgbClr val="91D2C5"/>
                </a:solidFill>
                <a:latin typeface="Arial"/>
                <a:ea typeface="Arial"/>
                <a:cs typeface="Arial"/>
              </a:defRPr>
            </a:lvl4pPr>
            <a:lvl5pPr algn="l">
              <a:defRPr sz="1725" b="1">
                <a:solidFill>
                  <a:srgbClr val="91D2C5"/>
                </a:solidFill>
                <a:latin typeface="Arial"/>
                <a:ea typeface="Arial"/>
                <a:cs typeface="Arial"/>
              </a:defRPr>
            </a:lvl5pPr>
            <a:lvl6pPr algn="l">
              <a:defRPr sz="1725" b="1">
                <a:solidFill>
                  <a:srgbClr val="91D2C5"/>
                </a:solidFill>
                <a:latin typeface="Arial"/>
                <a:ea typeface="Arial"/>
                <a:cs typeface="Arial"/>
              </a:defRPr>
            </a:lvl6pPr>
            <a:lvl7pPr algn="l">
              <a:defRPr sz="1725" b="1">
                <a:solidFill>
                  <a:srgbClr val="91D2C5"/>
                </a:solidFill>
                <a:latin typeface="Arial"/>
                <a:ea typeface="Arial"/>
                <a:cs typeface="Arial"/>
              </a:defRPr>
            </a:lvl7pPr>
            <a:lvl8pPr algn="l">
              <a:defRPr sz="1725" b="1">
                <a:solidFill>
                  <a:srgbClr val="91D2C5"/>
                </a:solidFill>
                <a:latin typeface="Arial"/>
                <a:ea typeface="Arial"/>
                <a:cs typeface="Arial"/>
              </a:defRPr>
            </a:lvl8pPr>
            <a:lvl9pPr algn="l">
              <a:defRPr sz="1725" b="1">
                <a:solidFill>
                  <a:srgbClr val="91D2C5"/>
                </a:solidFill>
                <a:latin typeface="Arial"/>
                <a:ea typeface="Arial"/>
                <a:cs typeface="Arial"/>
              </a:defRPr>
            </a:lvl9pPr>
          </a:lstStyle>
          <a:p xmlns:a="http://schemas.openxmlformats.org/drawingml/2006/main">
            <a:pPr algn="l">
              <a:lnSpc>
                <a:spcPct val="105000"/>
              </a:lnSpc>
              <a:buNone/>
              <a:defRPr sz="1725" b="1">
                <a:solidFill>
                  <a:srgbClr val="91D2C5"/>
                </a:solidFill>
                <a:latin typeface="Arial"/>
                <a:ea typeface="Arial"/>
                <a:cs typeface="Arial"/>
              </a:defRPr>
            </a:pPr>
            <a:r>
              <a:rPr sz="1725" b="1">
                <a:solidFill>
                  <a:srgbClr val="91D2C5"/>
                </a:solidFill>
                <a:latin typeface="Arial"/>
                <a:ea typeface="Arial"/>
                <a:cs typeface="Arial"/>
              </a:rPr>
              <a:t>—</a:t>
            </a:r>
          </a:p>
        </p:txBody>
      </p:sp>
      <p:sp>
        <p:nvSpPr>
          <p:cNvPr id="12" name="live-item-2">
            <a:extLst xmlns:a="http://schemas.openxmlformats.org/drawingml/2006/main">
              <a:ext uri="{FF2B5EF4-FFF2-40B4-BE49-F238E27FC236}">
                <a16:creationId xmlns:a16="http://schemas.microsoft.com/office/drawing/2014/main" id="{B4A7DCB8-0B50-42D6-BE43-D5475C040142}"/>
              </a:ext>
            </a:extLst>
          </p:cNvPr>
          <p:cNvSpPr>
            <a:spLocks xmlns:a="http://schemas.openxmlformats.org/drawingml/2006/main" noGrp="1"/>
          </p:cNvSpPr>
          <p:nvPr/>
        </p:nvSpPr>
        <p:spPr>
          <a:xfrm xmlns:a="http://schemas.openxmlformats.org/drawingml/2006/main">
            <a:off x="1028700" y="38671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FFFFFF"/>
                </a:solidFill>
                <a:latin typeface="Arial"/>
                <a:ea typeface="Arial"/>
                <a:cs typeface="Arial"/>
              </a:defRPr>
            </a:defPPr>
            <a:lvl1pPr algn="l">
              <a:defRPr sz="1500" b="0">
                <a:solidFill>
                  <a:srgbClr val="FFFFFF"/>
                </a:solidFill>
                <a:latin typeface="Arial"/>
                <a:ea typeface="Arial"/>
                <a:cs typeface="Arial"/>
              </a:defRPr>
            </a:lvl1pPr>
            <a:lvl2pPr algn="l">
              <a:defRPr sz="1500" b="0">
                <a:solidFill>
                  <a:srgbClr val="FFFFFF"/>
                </a:solidFill>
                <a:latin typeface="Arial"/>
                <a:ea typeface="Arial"/>
                <a:cs typeface="Arial"/>
              </a:defRPr>
            </a:lvl2pPr>
            <a:lvl3pPr algn="l">
              <a:defRPr sz="1500" b="0">
                <a:solidFill>
                  <a:srgbClr val="FFFFFF"/>
                </a:solidFill>
                <a:latin typeface="Arial"/>
                <a:ea typeface="Arial"/>
                <a:cs typeface="Arial"/>
              </a:defRPr>
            </a:lvl3pPr>
            <a:lvl4pPr algn="l">
              <a:defRPr sz="1500" b="0">
                <a:solidFill>
                  <a:srgbClr val="FFFFFF"/>
                </a:solidFill>
                <a:latin typeface="Arial"/>
                <a:ea typeface="Arial"/>
                <a:cs typeface="Arial"/>
              </a:defRPr>
            </a:lvl4pPr>
            <a:lvl5pPr algn="l">
              <a:defRPr sz="1500" b="0">
                <a:solidFill>
                  <a:srgbClr val="FFFFFF"/>
                </a:solidFill>
                <a:latin typeface="Arial"/>
                <a:ea typeface="Arial"/>
                <a:cs typeface="Arial"/>
              </a:defRPr>
            </a:lvl5pPr>
            <a:lvl6pPr algn="l">
              <a:defRPr sz="1500" b="0">
                <a:solidFill>
                  <a:srgbClr val="FFFFFF"/>
                </a:solidFill>
                <a:latin typeface="Arial"/>
                <a:ea typeface="Arial"/>
                <a:cs typeface="Arial"/>
              </a:defRPr>
            </a:lvl6pPr>
            <a:lvl7pPr algn="l">
              <a:defRPr sz="1500" b="0">
                <a:solidFill>
                  <a:srgbClr val="FFFFFF"/>
                </a:solidFill>
                <a:latin typeface="Arial"/>
                <a:ea typeface="Arial"/>
                <a:cs typeface="Arial"/>
              </a:defRPr>
            </a:lvl7pPr>
            <a:lvl8pPr algn="l">
              <a:defRPr sz="1500" b="0">
                <a:solidFill>
                  <a:srgbClr val="FFFFFF"/>
                </a:solidFill>
                <a:latin typeface="Arial"/>
                <a:ea typeface="Arial"/>
                <a:cs typeface="Arial"/>
              </a:defRPr>
            </a:lvl8pPr>
            <a:lvl9pPr algn="l">
              <a:defRPr sz="1500" b="0">
                <a:solidFill>
                  <a:srgbClr val="FFFFFF"/>
                </a:solidFill>
                <a:latin typeface="Arial"/>
                <a:ea typeface="Arial"/>
                <a:cs typeface="Arial"/>
              </a:defRPr>
            </a:lvl9pPr>
          </a:lstStyle>
          <a:p xmlns:a="http://schemas.openxmlformats.org/drawingml/2006/main">
            <a:pPr algn="l">
              <a:lnSpc>
                <a:spcPct val="105000"/>
              </a:lnSpc>
              <a:buNone/>
              <a:defRPr sz="1500" b="0">
                <a:solidFill>
                  <a:srgbClr val="FFFFFF"/>
                </a:solidFill>
                <a:latin typeface="Arial"/>
                <a:ea typeface="Arial"/>
                <a:cs typeface="Arial"/>
              </a:defRPr>
            </a:pPr>
            <a:r>
              <a:rPr sz="1500" b="0">
                <a:solidFill>
                  <a:srgbClr val="FFFFFF"/>
                </a:solidFill>
                <a:latin typeface="Arial"/>
                <a:ea typeface="Arial"/>
                <a:cs typeface="Arial"/>
              </a:rPr>
              <a:t>Gemini-powered legal information and drafting</a:t>
            </a:r>
          </a:p>
        </p:txBody>
      </p:sp>
      <p:sp>
        <p:nvSpPr>
          <p:cNvPr id="13" name="live-mark-3">
            <a:extLst xmlns:a="http://schemas.openxmlformats.org/drawingml/2006/main">
              <a:ext uri="{FF2B5EF4-FFF2-40B4-BE49-F238E27FC236}">
                <a16:creationId xmlns:a16="http://schemas.microsoft.com/office/drawing/2014/main" id="{FE4F174D-D60C-4037-AE30-2A0D20005A10}"/>
              </a:ext>
            </a:extLst>
          </p:cNvPr>
          <p:cNvSpPr>
            <a:spLocks xmlns:a="http://schemas.openxmlformats.org/drawingml/2006/main" noGrp="1"/>
          </p:cNvSpPr>
          <p:nvPr/>
        </p:nvSpPr>
        <p:spPr>
          <a:xfrm xmlns:a="http://schemas.openxmlformats.org/drawingml/2006/main">
            <a:off x="723900" y="45148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91D2C5"/>
                </a:solidFill>
                <a:latin typeface="Arial"/>
                <a:ea typeface="Arial"/>
                <a:cs typeface="Arial"/>
              </a:defRPr>
            </a:defPPr>
            <a:lvl1pPr algn="l">
              <a:defRPr sz="1725" b="1">
                <a:solidFill>
                  <a:srgbClr val="91D2C5"/>
                </a:solidFill>
                <a:latin typeface="Arial"/>
                <a:ea typeface="Arial"/>
                <a:cs typeface="Arial"/>
              </a:defRPr>
            </a:lvl1pPr>
            <a:lvl2pPr algn="l">
              <a:defRPr sz="1725" b="1">
                <a:solidFill>
                  <a:srgbClr val="91D2C5"/>
                </a:solidFill>
                <a:latin typeface="Arial"/>
                <a:ea typeface="Arial"/>
                <a:cs typeface="Arial"/>
              </a:defRPr>
            </a:lvl2pPr>
            <a:lvl3pPr algn="l">
              <a:defRPr sz="1725" b="1">
                <a:solidFill>
                  <a:srgbClr val="91D2C5"/>
                </a:solidFill>
                <a:latin typeface="Arial"/>
                <a:ea typeface="Arial"/>
                <a:cs typeface="Arial"/>
              </a:defRPr>
            </a:lvl3pPr>
            <a:lvl4pPr algn="l">
              <a:defRPr sz="1725" b="1">
                <a:solidFill>
                  <a:srgbClr val="91D2C5"/>
                </a:solidFill>
                <a:latin typeface="Arial"/>
                <a:ea typeface="Arial"/>
                <a:cs typeface="Arial"/>
              </a:defRPr>
            </a:lvl4pPr>
            <a:lvl5pPr algn="l">
              <a:defRPr sz="1725" b="1">
                <a:solidFill>
                  <a:srgbClr val="91D2C5"/>
                </a:solidFill>
                <a:latin typeface="Arial"/>
                <a:ea typeface="Arial"/>
                <a:cs typeface="Arial"/>
              </a:defRPr>
            </a:lvl5pPr>
            <a:lvl6pPr algn="l">
              <a:defRPr sz="1725" b="1">
                <a:solidFill>
                  <a:srgbClr val="91D2C5"/>
                </a:solidFill>
                <a:latin typeface="Arial"/>
                <a:ea typeface="Arial"/>
                <a:cs typeface="Arial"/>
              </a:defRPr>
            </a:lvl6pPr>
            <a:lvl7pPr algn="l">
              <a:defRPr sz="1725" b="1">
                <a:solidFill>
                  <a:srgbClr val="91D2C5"/>
                </a:solidFill>
                <a:latin typeface="Arial"/>
                <a:ea typeface="Arial"/>
                <a:cs typeface="Arial"/>
              </a:defRPr>
            </a:lvl7pPr>
            <a:lvl8pPr algn="l">
              <a:defRPr sz="1725" b="1">
                <a:solidFill>
                  <a:srgbClr val="91D2C5"/>
                </a:solidFill>
                <a:latin typeface="Arial"/>
                <a:ea typeface="Arial"/>
                <a:cs typeface="Arial"/>
              </a:defRPr>
            </a:lvl8pPr>
            <a:lvl9pPr algn="l">
              <a:defRPr sz="1725" b="1">
                <a:solidFill>
                  <a:srgbClr val="91D2C5"/>
                </a:solidFill>
                <a:latin typeface="Arial"/>
                <a:ea typeface="Arial"/>
                <a:cs typeface="Arial"/>
              </a:defRPr>
            </a:lvl9pPr>
          </a:lstStyle>
          <a:p xmlns:a="http://schemas.openxmlformats.org/drawingml/2006/main">
            <a:pPr algn="l">
              <a:lnSpc>
                <a:spcPct val="105000"/>
              </a:lnSpc>
              <a:buNone/>
              <a:defRPr sz="1725" b="1">
                <a:solidFill>
                  <a:srgbClr val="91D2C5"/>
                </a:solidFill>
                <a:latin typeface="Arial"/>
                <a:ea typeface="Arial"/>
                <a:cs typeface="Arial"/>
              </a:defRPr>
            </a:pPr>
            <a:r>
              <a:rPr sz="1725" b="1">
                <a:solidFill>
                  <a:srgbClr val="91D2C5"/>
                </a:solidFill>
                <a:latin typeface="Arial"/>
                <a:ea typeface="Arial"/>
                <a:cs typeface="Arial"/>
              </a:rPr>
              <a:t>—</a:t>
            </a:r>
          </a:p>
        </p:txBody>
      </p:sp>
      <p:sp>
        <p:nvSpPr>
          <p:cNvPr id="14" name="live-item-3">
            <a:extLst xmlns:a="http://schemas.openxmlformats.org/drawingml/2006/main">
              <a:ext uri="{FF2B5EF4-FFF2-40B4-BE49-F238E27FC236}">
                <a16:creationId xmlns:a16="http://schemas.microsoft.com/office/drawing/2014/main" id="{640F4E70-14FE-4886-8316-2D71B5B23793}"/>
              </a:ext>
            </a:extLst>
          </p:cNvPr>
          <p:cNvSpPr>
            <a:spLocks xmlns:a="http://schemas.openxmlformats.org/drawingml/2006/main" noGrp="1"/>
          </p:cNvSpPr>
          <p:nvPr/>
        </p:nvSpPr>
        <p:spPr>
          <a:xfrm xmlns:a="http://schemas.openxmlformats.org/drawingml/2006/main">
            <a:off x="1028700" y="45148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FFFFFF"/>
                </a:solidFill>
                <a:latin typeface="Arial"/>
                <a:ea typeface="Arial"/>
                <a:cs typeface="Arial"/>
              </a:defRPr>
            </a:defPPr>
            <a:lvl1pPr algn="l">
              <a:defRPr sz="1500" b="0">
                <a:solidFill>
                  <a:srgbClr val="FFFFFF"/>
                </a:solidFill>
                <a:latin typeface="Arial"/>
                <a:ea typeface="Arial"/>
                <a:cs typeface="Arial"/>
              </a:defRPr>
            </a:lvl1pPr>
            <a:lvl2pPr algn="l">
              <a:defRPr sz="1500" b="0">
                <a:solidFill>
                  <a:srgbClr val="FFFFFF"/>
                </a:solidFill>
                <a:latin typeface="Arial"/>
                <a:ea typeface="Arial"/>
                <a:cs typeface="Arial"/>
              </a:defRPr>
            </a:lvl2pPr>
            <a:lvl3pPr algn="l">
              <a:defRPr sz="1500" b="0">
                <a:solidFill>
                  <a:srgbClr val="FFFFFF"/>
                </a:solidFill>
                <a:latin typeface="Arial"/>
                <a:ea typeface="Arial"/>
                <a:cs typeface="Arial"/>
              </a:defRPr>
            </a:lvl3pPr>
            <a:lvl4pPr algn="l">
              <a:defRPr sz="1500" b="0">
                <a:solidFill>
                  <a:srgbClr val="FFFFFF"/>
                </a:solidFill>
                <a:latin typeface="Arial"/>
                <a:ea typeface="Arial"/>
                <a:cs typeface="Arial"/>
              </a:defRPr>
            </a:lvl4pPr>
            <a:lvl5pPr algn="l">
              <a:defRPr sz="1500" b="0">
                <a:solidFill>
                  <a:srgbClr val="FFFFFF"/>
                </a:solidFill>
                <a:latin typeface="Arial"/>
                <a:ea typeface="Arial"/>
                <a:cs typeface="Arial"/>
              </a:defRPr>
            </a:lvl5pPr>
            <a:lvl6pPr algn="l">
              <a:defRPr sz="1500" b="0">
                <a:solidFill>
                  <a:srgbClr val="FFFFFF"/>
                </a:solidFill>
                <a:latin typeface="Arial"/>
                <a:ea typeface="Arial"/>
                <a:cs typeface="Arial"/>
              </a:defRPr>
            </a:lvl6pPr>
            <a:lvl7pPr algn="l">
              <a:defRPr sz="1500" b="0">
                <a:solidFill>
                  <a:srgbClr val="FFFFFF"/>
                </a:solidFill>
                <a:latin typeface="Arial"/>
                <a:ea typeface="Arial"/>
                <a:cs typeface="Arial"/>
              </a:defRPr>
            </a:lvl7pPr>
            <a:lvl8pPr algn="l">
              <a:defRPr sz="1500" b="0">
                <a:solidFill>
                  <a:srgbClr val="FFFFFF"/>
                </a:solidFill>
                <a:latin typeface="Arial"/>
                <a:ea typeface="Arial"/>
                <a:cs typeface="Arial"/>
              </a:defRPr>
            </a:lvl8pPr>
            <a:lvl9pPr algn="l">
              <a:defRPr sz="1500" b="0">
                <a:solidFill>
                  <a:srgbClr val="FFFFFF"/>
                </a:solidFill>
                <a:latin typeface="Arial"/>
                <a:ea typeface="Arial"/>
                <a:cs typeface="Arial"/>
              </a:defRPr>
            </a:lvl9pPr>
          </a:lstStyle>
          <a:p xmlns:a="http://schemas.openxmlformats.org/drawingml/2006/main">
            <a:pPr algn="l">
              <a:lnSpc>
                <a:spcPct val="105000"/>
              </a:lnSpc>
              <a:buNone/>
              <a:defRPr sz="1500" b="0">
                <a:solidFill>
                  <a:srgbClr val="FFFFFF"/>
                </a:solidFill>
                <a:latin typeface="Arial"/>
                <a:ea typeface="Arial"/>
                <a:cs typeface="Arial"/>
              </a:defRPr>
            </a:pPr>
            <a:r>
              <a:rPr sz="1500" b="0">
                <a:solidFill>
                  <a:srgbClr val="FFFFFF"/>
                </a:solidFill>
                <a:latin typeface="Arial"/>
                <a:ea typeface="Arial"/>
                <a:cs typeface="Arial"/>
              </a:rPr>
              <a:t>Optional Google Search / Indian Kanoon context</a:t>
            </a:r>
          </a:p>
        </p:txBody>
      </p:sp>
      <p:sp>
        <p:nvSpPr>
          <p:cNvPr id="15" name="notyet-mark-0">
            <a:extLst xmlns:a="http://schemas.openxmlformats.org/drawingml/2006/main">
              <a:ext uri="{FF2B5EF4-FFF2-40B4-BE49-F238E27FC236}">
                <a16:creationId xmlns:a16="http://schemas.microsoft.com/office/drawing/2014/main" id="{341D7735-ABAD-476C-A9D8-B22AA8391DBC}"/>
              </a:ext>
            </a:extLst>
          </p:cNvPr>
          <p:cNvSpPr>
            <a:spLocks xmlns:a="http://schemas.openxmlformats.org/drawingml/2006/main" noGrp="1"/>
          </p:cNvSpPr>
          <p:nvPr/>
        </p:nvSpPr>
        <p:spPr>
          <a:xfrm xmlns:a="http://schemas.openxmlformats.org/drawingml/2006/main">
            <a:off x="6515100" y="25717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EE806C"/>
                </a:solidFill>
                <a:latin typeface="Arial"/>
                <a:ea typeface="Arial"/>
                <a:cs typeface="Arial"/>
              </a:defRPr>
            </a:defPPr>
            <a:lvl1pPr algn="l">
              <a:defRPr sz="1725" b="1">
                <a:solidFill>
                  <a:srgbClr val="EE806C"/>
                </a:solidFill>
                <a:latin typeface="Arial"/>
                <a:ea typeface="Arial"/>
                <a:cs typeface="Arial"/>
              </a:defRPr>
            </a:lvl1pPr>
            <a:lvl2pPr algn="l">
              <a:defRPr sz="1725" b="1">
                <a:solidFill>
                  <a:srgbClr val="EE806C"/>
                </a:solidFill>
                <a:latin typeface="Arial"/>
                <a:ea typeface="Arial"/>
                <a:cs typeface="Arial"/>
              </a:defRPr>
            </a:lvl2pPr>
            <a:lvl3pPr algn="l">
              <a:defRPr sz="1725" b="1">
                <a:solidFill>
                  <a:srgbClr val="EE806C"/>
                </a:solidFill>
                <a:latin typeface="Arial"/>
                <a:ea typeface="Arial"/>
                <a:cs typeface="Arial"/>
              </a:defRPr>
            </a:lvl3pPr>
            <a:lvl4pPr algn="l">
              <a:defRPr sz="1725" b="1">
                <a:solidFill>
                  <a:srgbClr val="EE806C"/>
                </a:solidFill>
                <a:latin typeface="Arial"/>
                <a:ea typeface="Arial"/>
                <a:cs typeface="Arial"/>
              </a:defRPr>
            </a:lvl4pPr>
            <a:lvl5pPr algn="l">
              <a:defRPr sz="1725" b="1">
                <a:solidFill>
                  <a:srgbClr val="EE806C"/>
                </a:solidFill>
                <a:latin typeface="Arial"/>
                <a:ea typeface="Arial"/>
                <a:cs typeface="Arial"/>
              </a:defRPr>
            </a:lvl5pPr>
            <a:lvl6pPr algn="l">
              <a:defRPr sz="1725" b="1">
                <a:solidFill>
                  <a:srgbClr val="EE806C"/>
                </a:solidFill>
                <a:latin typeface="Arial"/>
                <a:ea typeface="Arial"/>
                <a:cs typeface="Arial"/>
              </a:defRPr>
            </a:lvl6pPr>
            <a:lvl7pPr algn="l">
              <a:defRPr sz="1725" b="1">
                <a:solidFill>
                  <a:srgbClr val="EE806C"/>
                </a:solidFill>
                <a:latin typeface="Arial"/>
                <a:ea typeface="Arial"/>
                <a:cs typeface="Arial"/>
              </a:defRPr>
            </a:lvl7pPr>
            <a:lvl8pPr algn="l">
              <a:defRPr sz="1725" b="1">
                <a:solidFill>
                  <a:srgbClr val="EE806C"/>
                </a:solidFill>
                <a:latin typeface="Arial"/>
                <a:ea typeface="Arial"/>
                <a:cs typeface="Arial"/>
              </a:defRPr>
            </a:lvl8pPr>
            <a:lvl9pPr algn="l">
              <a:defRPr sz="1725" b="1">
                <a:solidFill>
                  <a:srgbClr val="EE806C"/>
                </a:solidFill>
                <a:latin typeface="Arial"/>
                <a:ea typeface="Arial"/>
                <a:cs typeface="Arial"/>
              </a:defRPr>
            </a:lvl9pPr>
          </a:lstStyle>
          <a:p xmlns:a="http://schemas.openxmlformats.org/drawingml/2006/main">
            <a:pPr algn="l">
              <a:lnSpc>
                <a:spcPct val="105000"/>
              </a:lnSpc>
              <a:buNone/>
              <a:defRPr sz="1725" b="1">
                <a:solidFill>
                  <a:srgbClr val="EE806C"/>
                </a:solidFill>
                <a:latin typeface="Arial"/>
                <a:ea typeface="Arial"/>
                <a:cs typeface="Arial"/>
              </a:defRPr>
            </a:pPr>
            <a:r>
              <a:rPr sz="1725" b="1">
                <a:solidFill>
                  <a:srgbClr val="EE806C"/>
                </a:solidFill>
                <a:latin typeface="Arial"/>
                <a:ea typeface="Arial"/>
                <a:cs typeface="Arial"/>
              </a:rPr>
              <a:t>—</a:t>
            </a:r>
          </a:p>
        </p:txBody>
      </p:sp>
      <p:sp>
        <p:nvSpPr>
          <p:cNvPr id="16" name="notyet-item-0">
            <a:extLst xmlns:a="http://schemas.openxmlformats.org/drawingml/2006/main">
              <a:ext uri="{FF2B5EF4-FFF2-40B4-BE49-F238E27FC236}">
                <a16:creationId xmlns:a16="http://schemas.microsoft.com/office/drawing/2014/main" id="{14F3612F-4442-4958-B252-7CD024462D92}"/>
              </a:ext>
            </a:extLst>
          </p:cNvPr>
          <p:cNvSpPr>
            <a:spLocks xmlns:a="http://schemas.openxmlformats.org/drawingml/2006/main" noGrp="1"/>
          </p:cNvSpPr>
          <p:nvPr/>
        </p:nvSpPr>
        <p:spPr>
          <a:xfrm xmlns:a="http://schemas.openxmlformats.org/drawingml/2006/main">
            <a:off x="6819900" y="25717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FFFFFF"/>
                </a:solidFill>
                <a:latin typeface="Arial"/>
                <a:ea typeface="Arial"/>
                <a:cs typeface="Arial"/>
              </a:defRPr>
            </a:defPPr>
            <a:lvl1pPr algn="l">
              <a:defRPr sz="1500" b="0">
                <a:solidFill>
                  <a:srgbClr val="FFFFFF"/>
                </a:solidFill>
                <a:latin typeface="Arial"/>
                <a:ea typeface="Arial"/>
                <a:cs typeface="Arial"/>
              </a:defRPr>
            </a:lvl1pPr>
            <a:lvl2pPr algn="l">
              <a:defRPr sz="1500" b="0">
                <a:solidFill>
                  <a:srgbClr val="FFFFFF"/>
                </a:solidFill>
                <a:latin typeface="Arial"/>
                <a:ea typeface="Arial"/>
                <a:cs typeface="Arial"/>
              </a:defRPr>
            </a:lvl2pPr>
            <a:lvl3pPr algn="l">
              <a:defRPr sz="1500" b="0">
                <a:solidFill>
                  <a:srgbClr val="FFFFFF"/>
                </a:solidFill>
                <a:latin typeface="Arial"/>
                <a:ea typeface="Arial"/>
                <a:cs typeface="Arial"/>
              </a:defRPr>
            </a:lvl3pPr>
            <a:lvl4pPr algn="l">
              <a:defRPr sz="1500" b="0">
                <a:solidFill>
                  <a:srgbClr val="FFFFFF"/>
                </a:solidFill>
                <a:latin typeface="Arial"/>
                <a:ea typeface="Arial"/>
                <a:cs typeface="Arial"/>
              </a:defRPr>
            </a:lvl4pPr>
            <a:lvl5pPr algn="l">
              <a:defRPr sz="1500" b="0">
                <a:solidFill>
                  <a:srgbClr val="FFFFFF"/>
                </a:solidFill>
                <a:latin typeface="Arial"/>
                <a:ea typeface="Arial"/>
                <a:cs typeface="Arial"/>
              </a:defRPr>
            </a:lvl5pPr>
            <a:lvl6pPr algn="l">
              <a:defRPr sz="1500" b="0">
                <a:solidFill>
                  <a:srgbClr val="FFFFFF"/>
                </a:solidFill>
                <a:latin typeface="Arial"/>
                <a:ea typeface="Arial"/>
                <a:cs typeface="Arial"/>
              </a:defRPr>
            </a:lvl6pPr>
            <a:lvl7pPr algn="l">
              <a:defRPr sz="1500" b="0">
                <a:solidFill>
                  <a:srgbClr val="FFFFFF"/>
                </a:solidFill>
                <a:latin typeface="Arial"/>
                <a:ea typeface="Arial"/>
                <a:cs typeface="Arial"/>
              </a:defRPr>
            </a:lvl7pPr>
            <a:lvl8pPr algn="l">
              <a:defRPr sz="1500" b="0">
                <a:solidFill>
                  <a:srgbClr val="FFFFFF"/>
                </a:solidFill>
                <a:latin typeface="Arial"/>
                <a:ea typeface="Arial"/>
                <a:cs typeface="Arial"/>
              </a:defRPr>
            </a:lvl8pPr>
            <a:lvl9pPr algn="l">
              <a:defRPr sz="1500" b="0">
                <a:solidFill>
                  <a:srgbClr val="FFFFFF"/>
                </a:solidFill>
                <a:latin typeface="Arial"/>
                <a:ea typeface="Arial"/>
                <a:cs typeface="Arial"/>
              </a:defRPr>
            </a:lvl9pPr>
          </a:lstStyle>
          <a:p xmlns:a="http://schemas.openxmlformats.org/drawingml/2006/main">
            <a:pPr algn="l">
              <a:lnSpc>
                <a:spcPct val="105000"/>
              </a:lnSpc>
              <a:buNone/>
              <a:defRPr sz="1500" b="0">
                <a:solidFill>
                  <a:srgbClr val="FFFFFF"/>
                </a:solidFill>
                <a:latin typeface="Arial"/>
                <a:ea typeface="Arial"/>
                <a:cs typeface="Arial"/>
              </a:defRPr>
            </a:pPr>
            <a:r>
              <a:rPr sz="1500" b="0">
                <a:solidFill>
                  <a:srgbClr val="FFFFFF"/>
                </a:solidFill>
                <a:latin typeface="Arial"/>
                <a:ea typeface="Arial"/>
                <a:cs typeface="Arial"/>
              </a:rPr>
              <a:t>Licensed, versioned legal corpus</a:t>
            </a:r>
          </a:p>
        </p:txBody>
      </p:sp>
      <p:sp>
        <p:nvSpPr>
          <p:cNvPr id="17" name="notyet-mark-1">
            <a:extLst xmlns:a="http://schemas.openxmlformats.org/drawingml/2006/main">
              <a:ext uri="{FF2B5EF4-FFF2-40B4-BE49-F238E27FC236}">
                <a16:creationId xmlns:a16="http://schemas.microsoft.com/office/drawing/2014/main" id="{AF7864A2-787D-4F01-8928-05D3171E223D}"/>
              </a:ext>
            </a:extLst>
          </p:cNvPr>
          <p:cNvSpPr>
            <a:spLocks xmlns:a="http://schemas.openxmlformats.org/drawingml/2006/main" noGrp="1"/>
          </p:cNvSpPr>
          <p:nvPr/>
        </p:nvSpPr>
        <p:spPr>
          <a:xfrm xmlns:a="http://schemas.openxmlformats.org/drawingml/2006/main">
            <a:off x="6515100" y="32194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EE806C"/>
                </a:solidFill>
                <a:latin typeface="Arial"/>
                <a:ea typeface="Arial"/>
                <a:cs typeface="Arial"/>
              </a:defRPr>
            </a:defPPr>
            <a:lvl1pPr algn="l">
              <a:defRPr sz="1725" b="1">
                <a:solidFill>
                  <a:srgbClr val="EE806C"/>
                </a:solidFill>
                <a:latin typeface="Arial"/>
                <a:ea typeface="Arial"/>
                <a:cs typeface="Arial"/>
              </a:defRPr>
            </a:lvl1pPr>
            <a:lvl2pPr algn="l">
              <a:defRPr sz="1725" b="1">
                <a:solidFill>
                  <a:srgbClr val="EE806C"/>
                </a:solidFill>
                <a:latin typeface="Arial"/>
                <a:ea typeface="Arial"/>
                <a:cs typeface="Arial"/>
              </a:defRPr>
            </a:lvl2pPr>
            <a:lvl3pPr algn="l">
              <a:defRPr sz="1725" b="1">
                <a:solidFill>
                  <a:srgbClr val="EE806C"/>
                </a:solidFill>
                <a:latin typeface="Arial"/>
                <a:ea typeface="Arial"/>
                <a:cs typeface="Arial"/>
              </a:defRPr>
            </a:lvl3pPr>
            <a:lvl4pPr algn="l">
              <a:defRPr sz="1725" b="1">
                <a:solidFill>
                  <a:srgbClr val="EE806C"/>
                </a:solidFill>
                <a:latin typeface="Arial"/>
                <a:ea typeface="Arial"/>
                <a:cs typeface="Arial"/>
              </a:defRPr>
            </a:lvl4pPr>
            <a:lvl5pPr algn="l">
              <a:defRPr sz="1725" b="1">
                <a:solidFill>
                  <a:srgbClr val="EE806C"/>
                </a:solidFill>
                <a:latin typeface="Arial"/>
                <a:ea typeface="Arial"/>
                <a:cs typeface="Arial"/>
              </a:defRPr>
            </a:lvl5pPr>
            <a:lvl6pPr algn="l">
              <a:defRPr sz="1725" b="1">
                <a:solidFill>
                  <a:srgbClr val="EE806C"/>
                </a:solidFill>
                <a:latin typeface="Arial"/>
                <a:ea typeface="Arial"/>
                <a:cs typeface="Arial"/>
              </a:defRPr>
            </a:lvl6pPr>
            <a:lvl7pPr algn="l">
              <a:defRPr sz="1725" b="1">
                <a:solidFill>
                  <a:srgbClr val="EE806C"/>
                </a:solidFill>
                <a:latin typeface="Arial"/>
                <a:ea typeface="Arial"/>
                <a:cs typeface="Arial"/>
              </a:defRPr>
            </a:lvl7pPr>
            <a:lvl8pPr algn="l">
              <a:defRPr sz="1725" b="1">
                <a:solidFill>
                  <a:srgbClr val="EE806C"/>
                </a:solidFill>
                <a:latin typeface="Arial"/>
                <a:ea typeface="Arial"/>
                <a:cs typeface="Arial"/>
              </a:defRPr>
            </a:lvl8pPr>
            <a:lvl9pPr algn="l">
              <a:defRPr sz="1725" b="1">
                <a:solidFill>
                  <a:srgbClr val="EE806C"/>
                </a:solidFill>
                <a:latin typeface="Arial"/>
                <a:ea typeface="Arial"/>
                <a:cs typeface="Arial"/>
              </a:defRPr>
            </a:lvl9pPr>
          </a:lstStyle>
          <a:p xmlns:a="http://schemas.openxmlformats.org/drawingml/2006/main">
            <a:pPr algn="l">
              <a:lnSpc>
                <a:spcPct val="105000"/>
              </a:lnSpc>
              <a:buNone/>
              <a:defRPr sz="1725" b="1">
                <a:solidFill>
                  <a:srgbClr val="EE806C"/>
                </a:solidFill>
                <a:latin typeface="Arial"/>
                <a:ea typeface="Arial"/>
                <a:cs typeface="Arial"/>
              </a:defRPr>
            </a:pPr>
            <a:r>
              <a:rPr sz="1725" b="1">
                <a:solidFill>
                  <a:srgbClr val="EE806C"/>
                </a:solidFill>
                <a:latin typeface="Arial"/>
                <a:ea typeface="Arial"/>
                <a:cs typeface="Arial"/>
              </a:rPr>
              <a:t>—</a:t>
            </a:r>
          </a:p>
        </p:txBody>
      </p:sp>
      <p:sp>
        <p:nvSpPr>
          <p:cNvPr id="18" name="notyet-item-1">
            <a:extLst xmlns:a="http://schemas.openxmlformats.org/drawingml/2006/main">
              <a:ext uri="{FF2B5EF4-FFF2-40B4-BE49-F238E27FC236}">
                <a16:creationId xmlns:a16="http://schemas.microsoft.com/office/drawing/2014/main" id="{FCB64863-AB8D-4136-8A96-A6D3274A1FD2}"/>
              </a:ext>
            </a:extLst>
          </p:cNvPr>
          <p:cNvSpPr>
            <a:spLocks xmlns:a="http://schemas.openxmlformats.org/drawingml/2006/main" noGrp="1"/>
          </p:cNvSpPr>
          <p:nvPr/>
        </p:nvSpPr>
        <p:spPr>
          <a:xfrm xmlns:a="http://schemas.openxmlformats.org/drawingml/2006/main">
            <a:off x="6819900" y="32194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FFFFFF"/>
                </a:solidFill>
                <a:latin typeface="Arial"/>
                <a:ea typeface="Arial"/>
                <a:cs typeface="Arial"/>
              </a:defRPr>
            </a:defPPr>
            <a:lvl1pPr algn="l">
              <a:defRPr sz="1500" b="0">
                <a:solidFill>
                  <a:srgbClr val="FFFFFF"/>
                </a:solidFill>
                <a:latin typeface="Arial"/>
                <a:ea typeface="Arial"/>
                <a:cs typeface="Arial"/>
              </a:defRPr>
            </a:lvl1pPr>
            <a:lvl2pPr algn="l">
              <a:defRPr sz="1500" b="0">
                <a:solidFill>
                  <a:srgbClr val="FFFFFF"/>
                </a:solidFill>
                <a:latin typeface="Arial"/>
                <a:ea typeface="Arial"/>
                <a:cs typeface="Arial"/>
              </a:defRPr>
            </a:lvl2pPr>
            <a:lvl3pPr algn="l">
              <a:defRPr sz="1500" b="0">
                <a:solidFill>
                  <a:srgbClr val="FFFFFF"/>
                </a:solidFill>
                <a:latin typeface="Arial"/>
                <a:ea typeface="Arial"/>
                <a:cs typeface="Arial"/>
              </a:defRPr>
            </a:lvl3pPr>
            <a:lvl4pPr algn="l">
              <a:defRPr sz="1500" b="0">
                <a:solidFill>
                  <a:srgbClr val="FFFFFF"/>
                </a:solidFill>
                <a:latin typeface="Arial"/>
                <a:ea typeface="Arial"/>
                <a:cs typeface="Arial"/>
              </a:defRPr>
            </a:lvl4pPr>
            <a:lvl5pPr algn="l">
              <a:defRPr sz="1500" b="0">
                <a:solidFill>
                  <a:srgbClr val="FFFFFF"/>
                </a:solidFill>
                <a:latin typeface="Arial"/>
                <a:ea typeface="Arial"/>
                <a:cs typeface="Arial"/>
              </a:defRPr>
            </a:lvl5pPr>
            <a:lvl6pPr algn="l">
              <a:defRPr sz="1500" b="0">
                <a:solidFill>
                  <a:srgbClr val="FFFFFF"/>
                </a:solidFill>
                <a:latin typeface="Arial"/>
                <a:ea typeface="Arial"/>
                <a:cs typeface="Arial"/>
              </a:defRPr>
            </a:lvl6pPr>
            <a:lvl7pPr algn="l">
              <a:defRPr sz="1500" b="0">
                <a:solidFill>
                  <a:srgbClr val="FFFFFF"/>
                </a:solidFill>
                <a:latin typeface="Arial"/>
                <a:ea typeface="Arial"/>
                <a:cs typeface="Arial"/>
              </a:defRPr>
            </a:lvl7pPr>
            <a:lvl8pPr algn="l">
              <a:defRPr sz="1500" b="0">
                <a:solidFill>
                  <a:srgbClr val="FFFFFF"/>
                </a:solidFill>
                <a:latin typeface="Arial"/>
                <a:ea typeface="Arial"/>
                <a:cs typeface="Arial"/>
              </a:defRPr>
            </a:lvl8pPr>
            <a:lvl9pPr algn="l">
              <a:defRPr sz="1500" b="0">
                <a:solidFill>
                  <a:srgbClr val="FFFFFF"/>
                </a:solidFill>
                <a:latin typeface="Arial"/>
                <a:ea typeface="Arial"/>
                <a:cs typeface="Arial"/>
              </a:defRPr>
            </a:lvl9pPr>
          </a:lstStyle>
          <a:p xmlns:a="http://schemas.openxmlformats.org/drawingml/2006/main">
            <a:pPr algn="l">
              <a:lnSpc>
                <a:spcPct val="105000"/>
              </a:lnSpc>
              <a:buNone/>
              <a:defRPr sz="1500" b="0">
                <a:solidFill>
                  <a:srgbClr val="FFFFFF"/>
                </a:solidFill>
                <a:latin typeface="Arial"/>
                <a:ea typeface="Arial"/>
                <a:cs typeface="Arial"/>
              </a:defRPr>
            </a:pPr>
            <a:r>
              <a:rPr sz="1500" b="0">
                <a:solidFill>
                  <a:srgbClr val="FFFFFF"/>
                </a:solidFill>
                <a:latin typeface="Arial"/>
                <a:ea typeface="Arial"/>
                <a:cs typeface="Arial"/>
              </a:rPr>
              <a:t>Citation and passage-support benchmark</a:t>
            </a:r>
          </a:p>
        </p:txBody>
      </p:sp>
      <p:sp>
        <p:nvSpPr>
          <p:cNvPr id="19" name="notyet-mark-2">
            <a:extLst xmlns:a="http://schemas.openxmlformats.org/drawingml/2006/main">
              <a:ext uri="{FF2B5EF4-FFF2-40B4-BE49-F238E27FC236}">
                <a16:creationId xmlns:a16="http://schemas.microsoft.com/office/drawing/2014/main" id="{1953D976-06D3-4F24-AE75-A32A66503828}"/>
              </a:ext>
            </a:extLst>
          </p:cNvPr>
          <p:cNvSpPr>
            <a:spLocks xmlns:a="http://schemas.openxmlformats.org/drawingml/2006/main" noGrp="1"/>
          </p:cNvSpPr>
          <p:nvPr/>
        </p:nvSpPr>
        <p:spPr>
          <a:xfrm xmlns:a="http://schemas.openxmlformats.org/drawingml/2006/main">
            <a:off x="6515100" y="38671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EE806C"/>
                </a:solidFill>
                <a:latin typeface="Arial"/>
                <a:ea typeface="Arial"/>
                <a:cs typeface="Arial"/>
              </a:defRPr>
            </a:defPPr>
            <a:lvl1pPr algn="l">
              <a:defRPr sz="1725" b="1">
                <a:solidFill>
                  <a:srgbClr val="EE806C"/>
                </a:solidFill>
                <a:latin typeface="Arial"/>
                <a:ea typeface="Arial"/>
                <a:cs typeface="Arial"/>
              </a:defRPr>
            </a:lvl1pPr>
            <a:lvl2pPr algn="l">
              <a:defRPr sz="1725" b="1">
                <a:solidFill>
                  <a:srgbClr val="EE806C"/>
                </a:solidFill>
                <a:latin typeface="Arial"/>
                <a:ea typeface="Arial"/>
                <a:cs typeface="Arial"/>
              </a:defRPr>
            </a:lvl2pPr>
            <a:lvl3pPr algn="l">
              <a:defRPr sz="1725" b="1">
                <a:solidFill>
                  <a:srgbClr val="EE806C"/>
                </a:solidFill>
                <a:latin typeface="Arial"/>
                <a:ea typeface="Arial"/>
                <a:cs typeface="Arial"/>
              </a:defRPr>
            </a:lvl3pPr>
            <a:lvl4pPr algn="l">
              <a:defRPr sz="1725" b="1">
                <a:solidFill>
                  <a:srgbClr val="EE806C"/>
                </a:solidFill>
                <a:latin typeface="Arial"/>
                <a:ea typeface="Arial"/>
                <a:cs typeface="Arial"/>
              </a:defRPr>
            </a:lvl4pPr>
            <a:lvl5pPr algn="l">
              <a:defRPr sz="1725" b="1">
                <a:solidFill>
                  <a:srgbClr val="EE806C"/>
                </a:solidFill>
                <a:latin typeface="Arial"/>
                <a:ea typeface="Arial"/>
                <a:cs typeface="Arial"/>
              </a:defRPr>
            </a:lvl5pPr>
            <a:lvl6pPr algn="l">
              <a:defRPr sz="1725" b="1">
                <a:solidFill>
                  <a:srgbClr val="EE806C"/>
                </a:solidFill>
                <a:latin typeface="Arial"/>
                <a:ea typeface="Arial"/>
                <a:cs typeface="Arial"/>
              </a:defRPr>
            </a:lvl6pPr>
            <a:lvl7pPr algn="l">
              <a:defRPr sz="1725" b="1">
                <a:solidFill>
                  <a:srgbClr val="EE806C"/>
                </a:solidFill>
                <a:latin typeface="Arial"/>
                <a:ea typeface="Arial"/>
                <a:cs typeface="Arial"/>
              </a:defRPr>
            </a:lvl7pPr>
            <a:lvl8pPr algn="l">
              <a:defRPr sz="1725" b="1">
                <a:solidFill>
                  <a:srgbClr val="EE806C"/>
                </a:solidFill>
                <a:latin typeface="Arial"/>
                <a:ea typeface="Arial"/>
                <a:cs typeface="Arial"/>
              </a:defRPr>
            </a:lvl8pPr>
            <a:lvl9pPr algn="l">
              <a:defRPr sz="1725" b="1">
                <a:solidFill>
                  <a:srgbClr val="EE806C"/>
                </a:solidFill>
                <a:latin typeface="Arial"/>
                <a:ea typeface="Arial"/>
                <a:cs typeface="Arial"/>
              </a:defRPr>
            </a:lvl9pPr>
          </a:lstStyle>
          <a:p xmlns:a="http://schemas.openxmlformats.org/drawingml/2006/main">
            <a:pPr algn="l">
              <a:lnSpc>
                <a:spcPct val="105000"/>
              </a:lnSpc>
              <a:buNone/>
              <a:defRPr sz="1725" b="1">
                <a:solidFill>
                  <a:srgbClr val="EE806C"/>
                </a:solidFill>
                <a:latin typeface="Arial"/>
                <a:ea typeface="Arial"/>
                <a:cs typeface="Arial"/>
              </a:defRPr>
            </a:pPr>
            <a:r>
              <a:rPr sz="1725" b="1">
                <a:solidFill>
                  <a:srgbClr val="EE806C"/>
                </a:solidFill>
                <a:latin typeface="Arial"/>
                <a:ea typeface="Arial"/>
                <a:cs typeface="Arial"/>
              </a:rPr>
              <a:t>—</a:t>
            </a:r>
          </a:p>
        </p:txBody>
      </p:sp>
      <p:sp>
        <p:nvSpPr>
          <p:cNvPr id="20" name="notyet-item-2">
            <a:extLst xmlns:a="http://schemas.openxmlformats.org/drawingml/2006/main">
              <a:ext uri="{FF2B5EF4-FFF2-40B4-BE49-F238E27FC236}">
                <a16:creationId xmlns:a16="http://schemas.microsoft.com/office/drawing/2014/main" id="{F6C87E85-E38D-483E-83E4-1F69A5972CAE}"/>
              </a:ext>
            </a:extLst>
          </p:cNvPr>
          <p:cNvSpPr>
            <a:spLocks xmlns:a="http://schemas.openxmlformats.org/drawingml/2006/main" noGrp="1"/>
          </p:cNvSpPr>
          <p:nvPr/>
        </p:nvSpPr>
        <p:spPr>
          <a:xfrm xmlns:a="http://schemas.openxmlformats.org/drawingml/2006/main">
            <a:off x="6819900" y="38671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FFFFFF"/>
                </a:solidFill>
                <a:latin typeface="Arial"/>
                <a:ea typeface="Arial"/>
                <a:cs typeface="Arial"/>
              </a:defRPr>
            </a:defPPr>
            <a:lvl1pPr algn="l">
              <a:defRPr sz="1500" b="0">
                <a:solidFill>
                  <a:srgbClr val="FFFFFF"/>
                </a:solidFill>
                <a:latin typeface="Arial"/>
                <a:ea typeface="Arial"/>
                <a:cs typeface="Arial"/>
              </a:defRPr>
            </a:lvl1pPr>
            <a:lvl2pPr algn="l">
              <a:defRPr sz="1500" b="0">
                <a:solidFill>
                  <a:srgbClr val="FFFFFF"/>
                </a:solidFill>
                <a:latin typeface="Arial"/>
                <a:ea typeface="Arial"/>
                <a:cs typeface="Arial"/>
              </a:defRPr>
            </a:lvl2pPr>
            <a:lvl3pPr algn="l">
              <a:defRPr sz="1500" b="0">
                <a:solidFill>
                  <a:srgbClr val="FFFFFF"/>
                </a:solidFill>
                <a:latin typeface="Arial"/>
                <a:ea typeface="Arial"/>
                <a:cs typeface="Arial"/>
              </a:defRPr>
            </a:lvl3pPr>
            <a:lvl4pPr algn="l">
              <a:defRPr sz="1500" b="0">
                <a:solidFill>
                  <a:srgbClr val="FFFFFF"/>
                </a:solidFill>
                <a:latin typeface="Arial"/>
                <a:ea typeface="Arial"/>
                <a:cs typeface="Arial"/>
              </a:defRPr>
            </a:lvl4pPr>
            <a:lvl5pPr algn="l">
              <a:defRPr sz="1500" b="0">
                <a:solidFill>
                  <a:srgbClr val="FFFFFF"/>
                </a:solidFill>
                <a:latin typeface="Arial"/>
                <a:ea typeface="Arial"/>
                <a:cs typeface="Arial"/>
              </a:defRPr>
            </a:lvl5pPr>
            <a:lvl6pPr algn="l">
              <a:defRPr sz="1500" b="0">
                <a:solidFill>
                  <a:srgbClr val="FFFFFF"/>
                </a:solidFill>
                <a:latin typeface="Arial"/>
                <a:ea typeface="Arial"/>
                <a:cs typeface="Arial"/>
              </a:defRPr>
            </a:lvl6pPr>
            <a:lvl7pPr algn="l">
              <a:defRPr sz="1500" b="0">
                <a:solidFill>
                  <a:srgbClr val="FFFFFF"/>
                </a:solidFill>
                <a:latin typeface="Arial"/>
                <a:ea typeface="Arial"/>
                <a:cs typeface="Arial"/>
              </a:defRPr>
            </a:lvl7pPr>
            <a:lvl8pPr algn="l">
              <a:defRPr sz="1500" b="0">
                <a:solidFill>
                  <a:srgbClr val="FFFFFF"/>
                </a:solidFill>
                <a:latin typeface="Arial"/>
                <a:ea typeface="Arial"/>
                <a:cs typeface="Arial"/>
              </a:defRPr>
            </a:lvl8pPr>
            <a:lvl9pPr algn="l">
              <a:defRPr sz="1500" b="0">
                <a:solidFill>
                  <a:srgbClr val="FFFFFF"/>
                </a:solidFill>
                <a:latin typeface="Arial"/>
                <a:ea typeface="Arial"/>
                <a:cs typeface="Arial"/>
              </a:defRPr>
            </a:lvl9pPr>
          </a:lstStyle>
          <a:p xmlns:a="http://schemas.openxmlformats.org/drawingml/2006/main">
            <a:pPr algn="l">
              <a:lnSpc>
                <a:spcPct val="105000"/>
              </a:lnSpc>
              <a:buNone/>
              <a:defRPr sz="1500" b="0">
                <a:solidFill>
                  <a:srgbClr val="FFFFFF"/>
                </a:solidFill>
                <a:latin typeface="Arial"/>
                <a:ea typeface="Arial"/>
                <a:cs typeface="Arial"/>
              </a:defRPr>
            </a:pPr>
            <a:r>
              <a:rPr sz="1500" b="0">
                <a:solidFill>
                  <a:srgbClr val="FFFFFF"/>
                </a:solidFill>
                <a:latin typeface="Arial"/>
                <a:ea typeface="Arial"/>
                <a:cs typeface="Arial"/>
              </a:rPr>
              <a:t>Validated legal accuracy or user outcomes</a:t>
            </a:r>
          </a:p>
        </p:txBody>
      </p:sp>
      <p:sp>
        <p:nvSpPr>
          <p:cNvPr id="21" name="notyet-mark-3">
            <a:extLst xmlns:a="http://schemas.openxmlformats.org/drawingml/2006/main">
              <a:ext uri="{FF2B5EF4-FFF2-40B4-BE49-F238E27FC236}">
                <a16:creationId xmlns:a16="http://schemas.microsoft.com/office/drawing/2014/main" id="{8FBB0A84-8FE0-4391-A9D8-A1AD82B3DD42}"/>
              </a:ext>
            </a:extLst>
          </p:cNvPr>
          <p:cNvSpPr>
            <a:spLocks xmlns:a="http://schemas.openxmlformats.org/drawingml/2006/main" noGrp="1"/>
          </p:cNvSpPr>
          <p:nvPr/>
        </p:nvSpPr>
        <p:spPr>
          <a:xfrm xmlns:a="http://schemas.openxmlformats.org/drawingml/2006/main">
            <a:off x="6515100" y="4514850"/>
            <a:ext cx="20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EE806C"/>
                </a:solidFill>
                <a:latin typeface="Arial"/>
                <a:ea typeface="Arial"/>
                <a:cs typeface="Arial"/>
              </a:defRPr>
            </a:defPPr>
            <a:lvl1pPr algn="l">
              <a:defRPr sz="1725" b="1">
                <a:solidFill>
                  <a:srgbClr val="EE806C"/>
                </a:solidFill>
                <a:latin typeface="Arial"/>
                <a:ea typeface="Arial"/>
                <a:cs typeface="Arial"/>
              </a:defRPr>
            </a:lvl1pPr>
            <a:lvl2pPr algn="l">
              <a:defRPr sz="1725" b="1">
                <a:solidFill>
                  <a:srgbClr val="EE806C"/>
                </a:solidFill>
                <a:latin typeface="Arial"/>
                <a:ea typeface="Arial"/>
                <a:cs typeface="Arial"/>
              </a:defRPr>
            </a:lvl2pPr>
            <a:lvl3pPr algn="l">
              <a:defRPr sz="1725" b="1">
                <a:solidFill>
                  <a:srgbClr val="EE806C"/>
                </a:solidFill>
                <a:latin typeface="Arial"/>
                <a:ea typeface="Arial"/>
                <a:cs typeface="Arial"/>
              </a:defRPr>
            </a:lvl3pPr>
            <a:lvl4pPr algn="l">
              <a:defRPr sz="1725" b="1">
                <a:solidFill>
                  <a:srgbClr val="EE806C"/>
                </a:solidFill>
                <a:latin typeface="Arial"/>
                <a:ea typeface="Arial"/>
                <a:cs typeface="Arial"/>
              </a:defRPr>
            </a:lvl4pPr>
            <a:lvl5pPr algn="l">
              <a:defRPr sz="1725" b="1">
                <a:solidFill>
                  <a:srgbClr val="EE806C"/>
                </a:solidFill>
                <a:latin typeface="Arial"/>
                <a:ea typeface="Arial"/>
                <a:cs typeface="Arial"/>
              </a:defRPr>
            </a:lvl5pPr>
            <a:lvl6pPr algn="l">
              <a:defRPr sz="1725" b="1">
                <a:solidFill>
                  <a:srgbClr val="EE806C"/>
                </a:solidFill>
                <a:latin typeface="Arial"/>
                <a:ea typeface="Arial"/>
                <a:cs typeface="Arial"/>
              </a:defRPr>
            </a:lvl6pPr>
            <a:lvl7pPr algn="l">
              <a:defRPr sz="1725" b="1">
                <a:solidFill>
                  <a:srgbClr val="EE806C"/>
                </a:solidFill>
                <a:latin typeface="Arial"/>
                <a:ea typeface="Arial"/>
                <a:cs typeface="Arial"/>
              </a:defRPr>
            </a:lvl7pPr>
            <a:lvl8pPr algn="l">
              <a:defRPr sz="1725" b="1">
                <a:solidFill>
                  <a:srgbClr val="EE806C"/>
                </a:solidFill>
                <a:latin typeface="Arial"/>
                <a:ea typeface="Arial"/>
                <a:cs typeface="Arial"/>
              </a:defRPr>
            </a:lvl8pPr>
            <a:lvl9pPr algn="l">
              <a:defRPr sz="1725" b="1">
                <a:solidFill>
                  <a:srgbClr val="EE806C"/>
                </a:solidFill>
                <a:latin typeface="Arial"/>
                <a:ea typeface="Arial"/>
                <a:cs typeface="Arial"/>
              </a:defRPr>
            </a:lvl9pPr>
          </a:lstStyle>
          <a:p xmlns:a="http://schemas.openxmlformats.org/drawingml/2006/main">
            <a:pPr algn="l">
              <a:lnSpc>
                <a:spcPct val="105000"/>
              </a:lnSpc>
              <a:buNone/>
              <a:defRPr sz="1725" b="1">
                <a:solidFill>
                  <a:srgbClr val="EE806C"/>
                </a:solidFill>
                <a:latin typeface="Arial"/>
                <a:ea typeface="Arial"/>
                <a:cs typeface="Arial"/>
              </a:defRPr>
            </a:pPr>
            <a:r>
              <a:rPr sz="1725" b="1">
                <a:solidFill>
                  <a:srgbClr val="EE806C"/>
                </a:solidFill>
                <a:latin typeface="Arial"/>
                <a:ea typeface="Arial"/>
                <a:cs typeface="Arial"/>
              </a:rPr>
              <a:t>—</a:t>
            </a:r>
          </a:p>
        </p:txBody>
      </p:sp>
      <p:sp>
        <p:nvSpPr>
          <p:cNvPr id="22" name="notyet-item-3">
            <a:extLst xmlns:a="http://schemas.openxmlformats.org/drawingml/2006/main">
              <a:ext uri="{FF2B5EF4-FFF2-40B4-BE49-F238E27FC236}">
                <a16:creationId xmlns:a16="http://schemas.microsoft.com/office/drawing/2014/main" id="{F9FAE239-6C26-4230-853F-E918CDCB5E82}"/>
              </a:ext>
            </a:extLst>
          </p:cNvPr>
          <p:cNvSpPr>
            <a:spLocks xmlns:a="http://schemas.openxmlformats.org/drawingml/2006/main" noGrp="1"/>
          </p:cNvSpPr>
          <p:nvPr/>
        </p:nvSpPr>
        <p:spPr>
          <a:xfrm xmlns:a="http://schemas.openxmlformats.org/drawingml/2006/main">
            <a:off x="6819900" y="45148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FFFFFF"/>
                </a:solidFill>
                <a:latin typeface="Arial"/>
                <a:ea typeface="Arial"/>
                <a:cs typeface="Arial"/>
              </a:defRPr>
            </a:defPPr>
            <a:lvl1pPr algn="l">
              <a:defRPr sz="1500" b="0">
                <a:solidFill>
                  <a:srgbClr val="FFFFFF"/>
                </a:solidFill>
                <a:latin typeface="Arial"/>
                <a:ea typeface="Arial"/>
                <a:cs typeface="Arial"/>
              </a:defRPr>
            </a:lvl1pPr>
            <a:lvl2pPr algn="l">
              <a:defRPr sz="1500" b="0">
                <a:solidFill>
                  <a:srgbClr val="FFFFFF"/>
                </a:solidFill>
                <a:latin typeface="Arial"/>
                <a:ea typeface="Arial"/>
                <a:cs typeface="Arial"/>
              </a:defRPr>
            </a:lvl2pPr>
            <a:lvl3pPr algn="l">
              <a:defRPr sz="1500" b="0">
                <a:solidFill>
                  <a:srgbClr val="FFFFFF"/>
                </a:solidFill>
                <a:latin typeface="Arial"/>
                <a:ea typeface="Arial"/>
                <a:cs typeface="Arial"/>
              </a:defRPr>
            </a:lvl3pPr>
            <a:lvl4pPr algn="l">
              <a:defRPr sz="1500" b="0">
                <a:solidFill>
                  <a:srgbClr val="FFFFFF"/>
                </a:solidFill>
                <a:latin typeface="Arial"/>
                <a:ea typeface="Arial"/>
                <a:cs typeface="Arial"/>
              </a:defRPr>
            </a:lvl4pPr>
            <a:lvl5pPr algn="l">
              <a:defRPr sz="1500" b="0">
                <a:solidFill>
                  <a:srgbClr val="FFFFFF"/>
                </a:solidFill>
                <a:latin typeface="Arial"/>
                <a:ea typeface="Arial"/>
                <a:cs typeface="Arial"/>
              </a:defRPr>
            </a:lvl5pPr>
            <a:lvl6pPr algn="l">
              <a:defRPr sz="1500" b="0">
                <a:solidFill>
                  <a:srgbClr val="FFFFFF"/>
                </a:solidFill>
                <a:latin typeface="Arial"/>
                <a:ea typeface="Arial"/>
                <a:cs typeface="Arial"/>
              </a:defRPr>
            </a:lvl6pPr>
            <a:lvl7pPr algn="l">
              <a:defRPr sz="1500" b="0">
                <a:solidFill>
                  <a:srgbClr val="FFFFFF"/>
                </a:solidFill>
                <a:latin typeface="Arial"/>
                <a:ea typeface="Arial"/>
                <a:cs typeface="Arial"/>
              </a:defRPr>
            </a:lvl7pPr>
            <a:lvl8pPr algn="l">
              <a:defRPr sz="1500" b="0">
                <a:solidFill>
                  <a:srgbClr val="FFFFFF"/>
                </a:solidFill>
                <a:latin typeface="Arial"/>
                <a:ea typeface="Arial"/>
                <a:cs typeface="Arial"/>
              </a:defRPr>
            </a:lvl8pPr>
            <a:lvl9pPr algn="l">
              <a:defRPr sz="1500" b="0">
                <a:solidFill>
                  <a:srgbClr val="FFFFFF"/>
                </a:solidFill>
                <a:latin typeface="Arial"/>
                <a:ea typeface="Arial"/>
                <a:cs typeface="Arial"/>
              </a:defRPr>
            </a:lvl9pPr>
          </a:lstStyle>
          <a:p xmlns:a="http://schemas.openxmlformats.org/drawingml/2006/main">
            <a:pPr algn="l">
              <a:lnSpc>
                <a:spcPct val="105000"/>
              </a:lnSpc>
              <a:buNone/>
              <a:defRPr sz="1500" b="0">
                <a:solidFill>
                  <a:srgbClr val="FFFFFF"/>
                </a:solidFill>
                <a:latin typeface="Arial"/>
                <a:ea typeface="Arial"/>
                <a:cs typeface="Arial"/>
              </a:defRPr>
            </a:pPr>
            <a:r>
              <a:rPr sz="1500" b="0">
                <a:solidFill>
                  <a:srgbClr val="FFFFFF"/>
                </a:solidFill>
                <a:latin typeface="Arial"/>
                <a:ea typeface="Arial"/>
                <a:cs typeface="Arial"/>
              </a:rPr>
              <a:t>Production proof receipts or security certification</a:t>
            </a:r>
          </a:p>
        </p:txBody>
      </p:sp>
      <p:sp>
        <p:nvSpPr>
          <p:cNvPr id="23" name="status-foot">
            <a:extLst xmlns:a="http://schemas.openxmlformats.org/drawingml/2006/main">
              <a:ext uri="{FF2B5EF4-FFF2-40B4-BE49-F238E27FC236}">
                <a16:creationId xmlns:a16="http://schemas.microsoft.com/office/drawing/2014/main" id="{D58964D5-2ED0-4955-B57B-947D1A1BE9F9}"/>
              </a:ext>
            </a:extLst>
          </p:cNvPr>
          <p:cNvSpPr>
            <a:spLocks xmlns:a="http://schemas.openxmlformats.org/drawingml/2006/main" noGrp="1"/>
          </p:cNvSpPr>
          <p:nvPr/>
        </p:nvSpPr>
        <p:spPr>
          <a:xfrm xmlns:a="http://schemas.openxmlformats.org/drawingml/2006/main">
            <a:off x="723900" y="5781675"/>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9DB2B2"/>
                </a:solidFill>
                <a:latin typeface="Arial"/>
                <a:ea typeface="Arial"/>
                <a:cs typeface="Arial"/>
              </a:defRPr>
            </a:defPPr>
            <a:lvl1pPr algn="l">
              <a:defRPr sz="1125" b="0">
                <a:solidFill>
                  <a:srgbClr val="9DB2B2"/>
                </a:solidFill>
                <a:latin typeface="Arial"/>
                <a:ea typeface="Arial"/>
                <a:cs typeface="Arial"/>
              </a:defRPr>
            </a:lvl1pPr>
            <a:lvl2pPr algn="l">
              <a:defRPr sz="1125" b="0">
                <a:solidFill>
                  <a:srgbClr val="9DB2B2"/>
                </a:solidFill>
                <a:latin typeface="Arial"/>
                <a:ea typeface="Arial"/>
                <a:cs typeface="Arial"/>
              </a:defRPr>
            </a:lvl2pPr>
            <a:lvl3pPr algn="l">
              <a:defRPr sz="1125" b="0">
                <a:solidFill>
                  <a:srgbClr val="9DB2B2"/>
                </a:solidFill>
                <a:latin typeface="Arial"/>
                <a:ea typeface="Arial"/>
                <a:cs typeface="Arial"/>
              </a:defRPr>
            </a:lvl3pPr>
            <a:lvl4pPr algn="l">
              <a:defRPr sz="1125" b="0">
                <a:solidFill>
                  <a:srgbClr val="9DB2B2"/>
                </a:solidFill>
                <a:latin typeface="Arial"/>
                <a:ea typeface="Arial"/>
                <a:cs typeface="Arial"/>
              </a:defRPr>
            </a:lvl4pPr>
            <a:lvl5pPr algn="l">
              <a:defRPr sz="1125" b="0">
                <a:solidFill>
                  <a:srgbClr val="9DB2B2"/>
                </a:solidFill>
                <a:latin typeface="Arial"/>
                <a:ea typeface="Arial"/>
                <a:cs typeface="Arial"/>
              </a:defRPr>
            </a:lvl5pPr>
            <a:lvl6pPr algn="l">
              <a:defRPr sz="1125" b="0">
                <a:solidFill>
                  <a:srgbClr val="9DB2B2"/>
                </a:solidFill>
                <a:latin typeface="Arial"/>
                <a:ea typeface="Arial"/>
                <a:cs typeface="Arial"/>
              </a:defRPr>
            </a:lvl6pPr>
            <a:lvl7pPr algn="l">
              <a:defRPr sz="1125" b="0">
                <a:solidFill>
                  <a:srgbClr val="9DB2B2"/>
                </a:solidFill>
                <a:latin typeface="Arial"/>
                <a:ea typeface="Arial"/>
                <a:cs typeface="Arial"/>
              </a:defRPr>
            </a:lvl7pPr>
            <a:lvl8pPr algn="l">
              <a:defRPr sz="1125" b="0">
                <a:solidFill>
                  <a:srgbClr val="9DB2B2"/>
                </a:solidFill>
                <a:latin typeface="Arial"/>
                <a:ea typeface="Arial"/>
                <a:cs typeface="Arial"/>
              </a:defRPr>
            </a:lvl8pPr>
            <a:lvl9pPr algn="l">
              <a:defRPr sz="1125" b="0">
                <a:solidFill>
                  <a:srgbClr val="9DB2B2"/>
                </a:solidFill>
                <a:latin typeface="Arial"/>
                <a:ea typeface="Arial"/>
                <a:cs typeface="Arial"/>
              </a:defRPr>
            </a:lvl9pPr>
          </a:lstStyle>
          <a:p xmlns:a="http://schemas.openxmlformats.org/drawingml/2006/main">
            <a:pPr algn="l">
              <a:lnSpc>
                <a:spcPct val="105000"/>
              </a:lnSpc>
              <a:buNone/>
              <a:defRPr sz="1125" b="0">
                <a:solidFill>
                  <a:srgbClr val="9DB2B2"/>
                </a:solidFill>
                <a:latin typeface="Arial"/>
                <a:ea typeface="Arial"/>
                <a:cs typeface="Arial"/>
              </a:defRPr>
            </a:pPr>
            <a:r>
              <a:rPr sz="1125" b="0">
                <a:solidFill>
                  <a:srgbClr val="9DB2B2"/>
                </a:solidFill>
                <a:latin typeface="Arial"/>
                <a:ea typeface="Arial"/>
                <a:cs typeface="Arial"/>
              </a:rPr>
              <a:t>Repository status reviewed 17 October 2026 · deployment and live operations not verified</a:t>
            </a:r>
          </a:p>
        </p:txBody>
      </p:sp>
    </p:spTree>
    <p:extLst>
      <p:ext uri="{BB962C8B-B14F-4D97-AF65-F5344CB8AC3E}">
        <p14:creationId xmlns:p14="http://schemas.microsoft.com/office/powerpoint/2010/main" val="2059921296"/>
      </p:ext>
    </p:extLst>
  </p:cSld>
</p:sld>
</file>

<file path=ppt/slides/slide5.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26" name="section-label">
            <a:extLst xmlns:a="http://schemas.openxmlformats.org/drawingml/2006/main">
              <a:ext uri="{FF2B5EF4-FFF2-40B4-BE49-F238E27FC236}">
                <a16:creationId xmlns:a16="http://schemas.microsoft.com/office/drawing/2014/main" id="{9E054D8D-FE53-4D45-96C4-81C8FA7920F6}"/>
              </a:ext>
            </a:extLst>
          </p:cNvPr>
          <p:cNvSpPr>
            <a:spLocks xmlns:a="http://schemas.openxmlformats.org/drawingml/2006/main" noGrp="1"/>
          </p:cNvSpPr>
          <p:nvPr/>
        </p:nvSpPr>
        <p:spPr>
          <a:xfrm xmlns:a="http://schemas.openxmlformats.org/drawingml/2006/main">
            <a:off x="685800" y="4381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87F82"/>
                </a:solidFill>
                <a:latin typeface="Arial"/>
                <a:ea typeface="Arial"/>
                <a:cs typeface="Arial"/>
              </a:defRPr>
            </a:defPPr>
            <a:lvl1pPr algn="l">
              <a:defRPr sz="1125" b="1">
                <a:solidFill>
                  <a:srgbClr val="087F82"/>
                </a:solidFill>
                <a:latin typeface="Arial"/>
                <a:ea typeface="Arial"/>
                <a:cs typeface="Arial"/>
              </a:defRPr>
            </a:lvl1pPr>
            <a:lvl2pPr algn="l">
              <a:defRPr sz="1125" b="1">
                <a:solidFill>
                  <a:srgbClr val="087F82"/>
                </a:solidFill>
                <a:latin typeface="Arial"/>
                <a:ea typeface="Arial"/>
                <a:cs typeface="Arial"/>
              </a:defRPr>
            </a:lvl2pPr>
            <a:lvl3pPr algn="l">
              <a:defRPr sz="1125" b="1">
                <a:solidFill>
                  <a:srgbClr val="087F82"/>
                </a:solidFill>
                <a:latin typeface="Arial"/>
                <a:ea typeface="Arial"/>
                <a:cs typeface="Arial"/>
              </a:defRPr>
            </a:lvl3pPr>
            <a:lvl4pPr algn="l">
              <a:defRPr sz="1125" b="1">
                <a:solidFill>
                  <a:srgbClr val="087F82"/>
                </a:solidFill>
                <a:latin typeface="Arial"/>
                <a:ea typeface="Arial"/>
                <a:cs typeface="Arial"/>
              </a:defRPr>
            </a:lvl4pPr>
            <a:lvl5pPr algn="l">
              <a:defRPr sz="1125" b="1">
                <a:solidFill>
                  <a:srgbClr val="087F82"/>
                </a:solidFill>
                <a:latin typeface="Arial"/>
                <a:ea typeface="Arial"/>
                <a:cs typeface="Arial"/>
              </a:defRPr>
            </a:lvl5pPr>
            <a:lvl6pPr algn="l">
              <a:defRPr sz="1125" b="1">
                <a:solidFill>
                  <a:srgbClr val="087F82"/>
                </a:solidFill>
                <a:latin typeface="Arial"/>
                <a:ea typeface="Arial"/>
                <a:cs typeface="Arial"/>
              </a:defRPr>
            </a:lvl6pPr>
            <a:lvl7pPr algn="l">
              <a:defRPr sz="1125" b="1">
                <a:solidFill>
                  <a:srgbClr val="087F82"/>
                </a:solidFill>
                <a:latin typeface="Arial"/>
                <a:ea typeface="Arial"/>
                <a:cs typeface="Arial"/>
              </a:defRPr>
            </a:lvl7pPr>
            <a:lvl8pPr algn="l">
              <a:defRPr sz="1125" b="1">
                <a:solidFill>
                  <a:srgbClr val="087F82"/>
                </a:solidFill>
                <a:latin typeface="Arial"/>
                <a:ea typeface="Arial"/>
                <a:cs typeface="Arial"/>
              </a:defRPr>
            </a:lvl8pPr>
            <a:lvl9pPr algn="l">
              <a:defRPr sz="1125" b="1">
                <a:solidFill>
                  <a:srgbClr val="087F82"/>
                </a:solidFill>
                <a:latin typeface="Arial"/>
                <a:ea typeface="Arial"/>
                <a:cs typeface="Arial"/>
              </a:defRPr>
            </a:lvl9pPr>
          </a:lstStyle>
          <a:p xmlns:a="http://schemas.openxmlformats.org/drawingml/2006/main">
            <a:pPr algn="l">
              <a:lnSpc>
                <a:spcPct val="105000"/>
              </a:lnSpc>
              <a:buNone/>
              <a:defRPr sz="1125" b="1">
                <a:solidFill>
                  <a:srgbClr val="087F82"/>
                </a:solidFill>
                <a:latin typeface="Arial"/>
                <a:ea typeface="Arial"/>
                <a:cs typeface="Arial"/>
              </a:defRPr>
            </a:pPr>
            <a:r>
              <a:rPr sz="1125" b="1">
                <a:solidFill>
                  <a:srgbClr val="087F82"/>
                </a:solidFill>
                <a:latin typeface="Arial"/>
                <a:ea typeface="Arial"/>
                <a:cs typeface="Arial"/>
              </a:rPr>
              <a:t>TECHNICAL THESIS</a:t>
            </a:r>
          </a:p>
        </p:txBody>
      </p:sp>
      <p:sp>
        <p:nvSpPr>
          <p:cNvPr id="2" name="slide-title">
            <a:extLst xmlns:a="http://schemas.openxmlformats.org/drawingml/2006/main">
              <a:ext uri="{FF2B5EF4-FFF2-40B4-BE49-F238E27FC236}">
                <a16:creationId xmlns:a16="http://schemas.microsoft.com/office/drawing/2014/main" id="{F6674E31-A24E-400A-97F9-C81AC6C3B481}"/>
              </a:ext>
            </a:extLst>
          </p:cNvPr>
          <p:cNvSpPr>
            <a:spLocks xmlns:a="http://schemas.openxmlformats.org/drawingml/2006/main" noGrp="1"/>
          </p:cNvSpPr>
          <p:nvPr/>
        </p:nvSpPr>
        <p:spPr>
          <a:xfrm xmlns:a="http://schemas.openxmlformats.org/drawingml/2006/main">
            <a:off x="685800" y="790575"/>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2A35"/>
                </a:solidFill>
                <a:latin typeface="Arial"/>
                <a:ea typeface="Arial"/>
                <a:cs typeface="Arial"/>
              </a:defRPr>
            </a:defPPr>
            <a:lvl1pPr algn="l">
              <a:defRPr sz="3225" b="1">
                <a:solidFill>
                  <a:srgbClr val="102A35"/>
                </a:solidFill>
                <a:latin typeface="Arial"/>
                <a:ea typeface="Arial"/>
                <a:cs typeface="Arial"/>
              </a:defRPr>
            </a:lvl1pPr>
            <a:lvl2pPr algn="l">
              <a:defRPr sz="3225" b="1">
                <a:solidFill>
                  <a:srgbClr val="102A35"/>
                </a:solidFill>
                <a:latin typeface="Arial"/>
                <a:ea typeface="Arial"/>
                <a:cs typeface="Arial"/>
              </a:defRPr>
            </a:lvl2pPr>
            <a:lvl3pPr algn="l">
              <a:defRPr sz="3225" b="1">
                <a:solidFill>
                  <a:srgbClr val="102A35"/>
                </a:solidFill>
                <a:latin typeface="Arial"/>
                <a:ea typeface="Arial"/>
                <a:cs typeface="Arial"/>
              </a:defRPr>
            </a:lvl3pPr>
            <a:lvl4pPr algn="l">
              <a:defRPr sz="3225" b="1">
                <a:solidFill>
                  <a:srgbClr val="102A35"/>
                </a:solidFill>
                <a:latin typeface="Arial"/>
                <a:ea typeface="Arial"/>
                <a:cs typeface="Arial"/>
              </a:defRPr>
            </a:lvl4pPr>
            <a:lvl5pPr algn="l">
              <a:defRPr sz="3225" b="1">
                <a:solidFill>
                  <a:srgbClr val="102A35"/>
                </a:solidFill>
                <a:latin typeface="Arial"/>
                <a:ea typeface="Arial"/>
                <a:cs typeface="Arial"/>
              </a:defRPr>
            </a:lvl5pPr>
            <a:lvl6pPr algn="l">
              <a:defRPr sz="3225" b="1">
                <a:solidFill>
                  <a:srgbClr val="102A35"/>
                </a:solidFill>
                <a:latin typeface="Arial"/>
                <a:ea typeface="Arial"/>
                <a:cs typeface="Arial"/>
              </a:defRPr>
            </a:lvl6pPr>
            <a:lvl7pPr algn="l">
              <a:defRPr sz="3225" b="1">
                <a:solidFill>
                  <a:srgbClr val="102A35"/>
                </a:solidFill>
                <a:latin typeface="Arial"/>
                <a:ea typeface="Arial"/>
                <a:cs typeface="Arial"/>
              </a:defRPr>
            </a:lvl7pPr>
            <a:lvl8pPr algn="l">
              <a:defRPr sz="3225" b="1">
                <a:solidFill>
                  <a:srgbClr val="102A35"/>
                </a:solidFill>
                <a:latin typeface="Arial"/>
                <a:ea typeface="Arial"/>
                <a:cs typeface="Arial"/>
              </a:defRPr>
            </a:lvl8pPr>
            <a:lvl9pPr algn="l">
              <a:defRPr sz="3225" b="1">
                <a:solidFill>
                  <a:srgbClr val="102A35"/>
                </a:solidFill>
                <a:latin typeface="Arial"/>
                <a:ea typeface="Arial"/>
                <a:cs typeface="Arial"/>
              </a:defRPr>
            </a:lvl9pPr>
          </a:lstStyle>
          <a:p xmlns:a="http://schemas.openxmlformats.org/drawingml/2006/main">
            <a:pPr algn="l">
              <a:lnSpc>
                <a:spcPct val="98000"/>
              </a:lnSpc>
              <a:buNone/>
              <a:defRPr sz="3225" b="1">
                <a:solidFill>
                  <a:srgbClr val="102A35"/>
                </a:solidFill>
                <a:latin typeface="Arial"/>
                <a:ea typeface="Arial"/>
                <a:cs typeface="Arial"/>
              </a:defRPr>
            </a:pPr>
            <a:r>
              <a:rPr sz="3225" b="1">
                <a:solidFill>
                  <a:srgbClr val="102A35"/>
                </a:solidFill>
                <a:latin typeface="Arial"/>
                <a:ea typeface="Arial"/>
                <a:cs typeface="Arial"/>
              </a:rPr>
              <a:t>The deep-tech work is the evidence pipeline</a:t>
            </a:r>
          </a:p>
        </p:txBody>
      </p:sp>
      <p:sp>
        <p:nvSpPr>
          <p:cNvPr id="3" name="diagram-lead">
            <a:extLst xmlns:a="http://schemas.openxmlformats.org/drawingml/2006/main">
              <a:ext uri="{FF2B5EF4-FFF2-40B4-BE49-F238E27FC236}">
                <a16:creationId xmlns:a16="http://schemas.microsoft.com/office/drawing/2014/main" id="{FC15EEC8-5569-44F9-9481-E47D460F6379}"/>
              </a:ext>
            </a:extLst>
          </p:cNvPr>
          <p:cNvSpPr>
            <a:spLocks xmlns:a="http://schemas.openxmlformats.org/drawingml/2006/main" noGrp="1"/>
          </p:cNvSpPr>
          <p:nvPr/>
        </p:nvSpPr>
        <p:spPr>
          <a:xfrm xmlns:a="http://schemas.openxmlformats.org/drawingml/2006/main">
            <a:off x="723900" y="1771650"/>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45606A"/>
                </a:solidFill>
                <a:latin typeface="Arial"/>
                <a:ea typeface="Arial"/>
                <a:cs typeface="Arial"/>
              </a:defRPr>
            </a:defPPr>
            <a:lvl1pPr algn="l">
              <a:defRPr sz="1800" b="1">
                <a:solidFill>
                  <a:srgbClr val="45606A"/>
                </a:solidFill>
                <a:latin typeface="Arial"/>
                <a:ea typeface="Arial"/>
                <a:cs typeface="Arial"/>
              </a:defRPr>
            </a:lvl1pPr>
            <a:lvl2pPr algn="l">
              <a:defRPr sz="1800" b="1">
                <a:solidFill>
                  <a:srgbClr val="45606A"/>
                </a:solidFill>
                <a:latin typeface="Arial"/>
                <a:ea typeface="Arial"/>
                <a:cs typeface="Arial"/>
              </a:defRPr>
            </a:lvl2pPr>
            <a:lvl3pPr algn="l">
              <a:defRPr sz="1800" b="1">
                <a:solidFill>
                  <a:srgbClr val="45606A"/>
                </a:solidFill>
                <a:latin typeface="Arial"/>
                <a:ea typeface="Arial"/>
                <a:cs typeface="Arial"/>
              </a:defRPr>
            </a:lvl3pPr>
            <a:lvl4pPr algn="l">
              <a:defRPr sz="1800" b="1">
                <a:solidFill>
                  <a:srgbClr val="45606A"/>
                </a:solidFill>
                <a:latin typeface="Arial"/>
                <a:ea typeface="Arial"/>
                <a:cs typeface="Arial"/>
              </a:defRPr>
            </a:lvl4pPr>
            <a:lvl5pPr algn="l">
              <a:defRPr sz="1800" b="1">
                <a:solidFill>
                  <a:srgbClr val="45606A"/>
                </a:solidFill>
                <a:latin typeface="Arial"/>
                <a:ea typeface="Arial"/>
                <a:cs typeface="Arial"/>
              </a:defRPr>
            </a:lvl5pPr>
            <a:lvl6pPr algn="l">
              <a:defRPr sz="1800" b="1">
                <a:solidFill>
                  <a:srgbClr val="45606A"/>
                </a:solidFill>
                <a:latin typeface="Arial"/>
                <a:ea typeface="Arial"/>
                <a:cs typeface="Arial"/>
              </a:defRPr>
            </a:lvl6pPr>
            <a:lvl7pPr algn="l">
              <a:defRPr sz="1800" b="1">
                <a:solidFill>
                  <a:srgbClr val="45606A"/>
                </a:solidFill>
                <a:latin typeface="Arial"/>
                <a:ea typeface="Arial"/>
                <a:cs typeface="Arial"/>
              </a:defRPr>
            </a:lvl7pPr>
            <a:lvl8pPr algn="l">
              <a:defRPr sz="1800" b="1">
                <a:solidFill>
                  <a:srgbClr val="45606A"/>
                </a:solidFill>
                <a:latin typeface="Arial"/>
                <a:ea typeface="Arial"/>
                <a:cs typeface="Arial"/>
              </a:defRPr>
            </a:lvl8pPr>
            <a:lvl9pPr algn="l">
              <a:defRPr sz="1800" b="1">
                <a:solidFill>
                  <a:srgbClr val="45606A"/>
                </a:solidFill>
                <a:latin typeface="Arial"/>
                <a:ea typeface="Arial"/>
                <a:cs typeface="Arial"/>
              </a:defRPr>
            </a:lvl9pPr>
          </a:lstStyle>
          <a:p xmlns:a="http://schemas.openxmlformats.org/drawingml/2006/main">
            <a:pPr algn="l">
              <a:lnSpc>
                <a:spcPct val="105000"/>
              </a:lnSpc>
              <a:buNone/>
              <a:defRPr sz="1800" b="1">
                <a:solidFill>
                  <a:srgbClr val="45606A"/>
                </a:solidFill>
                <a:latin typeface="Arial"/>
                <a:ea typeface="Arial"/>
                <a:cs typeface="Arial"/>
              </a:defRPr>
            </a:pPr>
            <a:r>
              <a:rPr sz="1800" b="1">
                <a:solidFill>
                  <a:srgbClr val="45606A"/>
                </a:solidFill>
                <a:latin typeface="Arial"/>
                <a:ea typeface="Arial"/>
                <a:cs typeface="Arial"/>
              </a:rPr>
              <a:t>A maintained legal evidence system—not a custom foundation model—is the core technical bet.</a:t>
            </a:r>
          </a:p>
        </p:txBody>
      </p:sp>
      <p:sp>
        <p:nvSpPr>
          <p:cNvPr id="4" name="node-index-0">
            <a:extLst xmlns:a="http://schemas.openxmlformats.org/drawingml/2006/main">
              <a:ext uri="{FF2B5EF4-FFF2-40B4-BE49-F238E27FC236}">
                <a16:creationId xmlns:a16="http://schemas.microsoft.com/office/drawing/2014/main" id="{BE750F31-0FBA-44EA-966D-F4F512C60595}"/>
              </a:ext>
            </a:extLst>
          </p:cNvPr>
          <p:cNvSpPr>
            <a:spLocks xmlns:a="http://schemas.openxmlformats.org/drawingml/2006/main" noGrp="1"/>
          </p:cNvSpPr>
          <p:nvPr/>
        </p:nvSpPr>
        <p:spPr>
          <a:xfrm xmlns:a="http://schemas.openxmlformats.org/drawingml/2006/main">
            <a:off x="723900" y="2847975"/>
            <a:ext cx="66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087F82"/>
                </a:solidFill>
                <a:latin typeface="Arial"/>
                <a:ea typeface="Arial"/>
                <a:cs typeface="Arial"/>
              </a:defRPr>
            </a:defPPr>
            <a:lvl1pPr algn="l">
              <a:defRPr sz="1200" b="1">
                <a:solidFill>
                  <a:srgbClr val="087F82"/>
                </a:solidFill>
                <a:latin typeface="Arial"/>
                <a:ea typeface="Arial"/>
                <a:cs typeface="Arial"/>
              </a:defRPr>
            </a:lvl1pPr>
            <a:lvl2pPr algn="l">
              <a:defRPr sz="1200" b="1">
                <a:solidFill>
                  <a:srgbClr val="087F82"/>
                </a:solidFill>
                <a:latin typeface="Arial"/>
                <a:ea typeface="Arial"/>
                <a:cs typeface="Arial"/>
              </a:defRPr>
            </a:lvl2pPr>
            <a:lvl3pPr algn="l">
              <a:defRPr sz="1200" b="1">
                <a:solidFill>
                  <a:srgbClr val="087F82"/>
                </a:solidFill>
                <a:latin typeface="Arial"/>
                <a:ea typeface="Arial"/>
                <a:cs typeface="Arial"/>
              </a:defRPr>
            </a:lvl3pPr>
            <a:lvl4pPr algn="l">
              <a:defRPr sz="1200" b="1">
                <a:solidFill>
                  <a:srgbClr val="087F82"/>
                </a:solidFill>
                <a:latin typeface="Arial"/>
                <a:ea typeface="Arial"/>
                <a:cs typeface="Arial"/>
              </a:defRPr>
            </a:lvl4pPr>
            <a:lvl5pPr algn="l">
              <a:defRPr sz="1200" b="1">
                <a:solidFill>
                  <a:srgbClr val="087F82"/>
                </a:solidFill>
                <a:latin typeface="Arial"/>
                <a:ea typeface="Arial"/>
                <a:cs typeface="Arial"/>
              </a:defRPr>
            </a:lvl5pPr>
            <a:lvl6pPr algn="l">
              <a:defRPr sz="1200" b="1">
                <a:solidFill>
                  <a:srgbClr val="087F82"/>
                </a:solidFill>
                <a:latin typeface="Arial"/>
                <a:ea typeface="Arial"/>
                <a:cs typeface="Arial"/>
              </a:defRPr>
            </a:lvl6pPr>
            <a:lvl7pPr algn="l">
              <a:defRPr sz="1200" b="1">
                <a:solidFill>
                  <a:srgbClr val="087F82"/>
                </a:solidFill>
                <a:latin typeface="Arial"/>
                <a:ea typeface="Arial"/>
                <a:cs typeface="Arial"/>
              </a:defRPr>
            </a:lvl7pPr>
            <a:lvl8pPr algn="l">
              <a:defRPr sz="1200" b="1">
                <a:solidFill>
                  <a:srgbClr val="087F82"/>
                </a:solidFill>
                <a:latin typeface="Arial"/>
                <a:ea typeface="Arial"/>
                <a:cs typeface="Arial"/>
              </a:defRPr>
            </a:lvl8pPr>
            <a:lvl9pPr algn="l">
              <a:defRPr sz="1200" b="1">
                <a:solidFill>
                  <a:srgbClr val="087F82"/>
                </a:solidFill>
                <a:latin typeface="Arial"/>
                <a:ea typeface="Arial"/>
                <a:cs typeface="Arial"/>
              </a:defRPr>
            </a:lvl9pPr>
          </a:lstStyle>
          <a:p xmlns:a="http://schemas.openxmlformats.org/drawingml/2006/main">
            <a:pPr algn="l">
              <a:lnSpc>
                <a:spcPct val="105000"/>
              </a:lnSpc>
              <a:buNone/>
              <a:defRPr sz="1200" b="1">
                <a:solidFill>
                  <a:srgbClr val="087F82"/>
                </a:solidFill>
                <a:latin typeface="Arial"/>
                <a:ea typeface="Arial"/>
                <a:cs typeface="Arial"/>
              </a:defRPr>
            </a:pPr>
            <a:r>
              <a:rPr sz="1200" b="1">
                <a:solidFill>
                  <a:srgbClr val="087F82"/>
                </a:solidFill>
                <a:latin typeface="Arial"/>
                <a:ea typeface="Arial"/>
                <a:cs typeface="Arial"/>
              </a:rPr>
              <a:t>01</a:t>
            </a:r>
          </a:p>
        </p:txBody>
      </p:sp>
      <p:sp>
        <p:nvSpPr>
          <p:cNvPr id="5" name="divider">
            <a:extLst xmlns:a="http://schemas.openxmlformats.org/drawingml/2006/main">
              <a:ext uri="{FF2B5EF4-FFF2-40B4-BE49-F238E27FC236}">
                <a16:creationId xmlns:a16="http://schemas.microsoft.com/office/drawing/2014/main" id="{E07A3BDB-F93B-4973-8882-12ACFDAE6174}"/>
              </a:ext>
            </a:extLst>
          </p:cNvPr>
          <p:cNvSpPr>
            <a:spLocks xmlns:a="http://schemas.openxmlformats.org/drawingml/2006/main" noGrp="1"/>
          </p:cNvSpPr>
          <p:nvPr/>
        </p:nvSpPr>
        <p:spPr>
          <a:xfrm xmlns:a="http://schemas.openxmlformats.org/drawingml/2006/main">
            <a:off x="723900" y="3219450"/>
            <a:ext cx="1828800" cy="38100"/>
          </a:xfrm>
          <a:prstGeom xmlns:a="http://schemas.openxmlformats.org/drawingml/2006/main" prst="rect">
            <a:avLst/>
          </a:prstGeom>
          <a:solidFill xmlns:a="http://schemas.openxmlformats.org/drawingml/2006/main">
            <a:srgbClr val="087F82"/>
          </a:solidFill>
          <a:ln xmlns:a="http://schemas.openxmlformats.org/drawingml/2006/main" w="0">
            <a:noFill/>
            <a:prstDash val="solid"/>
          </a:ln>
        </p:spPr>
      </p:sp>
      <p:sp>
        <p:nvSpPr>
          <p:cNvPr id="6" name="node-title-0">
            <a:extLst xmlns:a="http://schemas.openxmlformats.org/drawingml/2006/main">
              <a:ext uri="{FF2B5EF4-FFF2-40B4-BE49-F238E27FC236}">
                <a16:creationId xmlns:a16="http://schemas.microsoft.com/office/drawing/2014/main" id="{570D369F-162F-48C9-8C33-5DB60980EBC0}"/>
              </a:ext>
            </a:extLst>
          </p:cNvPr>
          <p:cNvSpPr>
            <a:spLocks xmlns:a="http://schemas.openxmlformats.org/drawingml/2006/main" noGrp="1"/>
          </p:cNvSpPr>
          <p:nvPr/>
        </p:nvSpPr>
        <p:spPr>
          <a:xfrm xmlns:a="http://schemas.openxmlformats.org/drawingml/2006/main">
            <a:off x="723900" y="3448050"/>
            <a:ext cx="18383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A35"/>
                </a:solidFill>
                <a:latin typeface="Arial"/>
                <a:ea typeface="Arial"/>
                <a:cs typeface="Arial"/>
              </a:defRPr>
            </a:defPPr>
            <a:lvl1pPr algn="l">
              <a:defRPr sz="1725" b="1">
                <a:solidFill>
                  <a:srgbClr val="102A35"/>
                </a:solidFill>
                <a:latin typeface="Arial"/>
                <a:ea typeface="Arial"/>
                <a:cs typeface="Arial"/>
              </a:defRPr>
            </a:lvl1pPr>
            <a:lvl2pPr algn="l">
              <a:defRPr sz="1725" b="1">
                <a:solidFill>
                  <a:srgbClr val="102A35"/>
                </a:solidFill>
                <a:latin typeface="Arial"/>
                <a:ea typeface="Arial"/>
                <a:cs typeface="Arial"/>
              </a:defRPr>
            </a:lvl2pPr>
            <a:lvl3pPr algn="l">
              <a:defRPr sz="1725" b="1">
                <a:solidFill>
                  <a:srgbClr val="102A35"/>
                </a:solidFill>
                <a:latin typeface="Arial"/>
                <a:ea typeface="Arial"/>
                <a:cs typeface="Arial"/>
              </a:defRPr>
            </a:lvl3pPr>
            <a:lvl4pPr algn="l">
              <a:defRPr sz="1725" b="1">
                <a:solidFill>
                  <a:srgbClr val="102A35"/>
                </a:solidFill>
                <a:latin typeface="Arial"/>
                <a:ea typeface="Arial"/>
                <a:cs typeface="Arial"/>
              </a:defRPr>
            </a:lvl4pPr>
            <a:lvl5pPr algn="l">
              <a:defRPr sz="1725" b="1">
                <a:solidFill>
                  <a:srgbClr val="102A35"/>
                </a:solidFill>
                <a:latin typeface="Arial"/>
                <a:ea typeface="Arial"/>
                <a:cs typeface="Arial"/>
              </a:defRPr>
            </a:lvl5pPr>
            <a:lvl6pPr algn="l">
              <a:defRPr sz="1725" b="1">
                <a:solidFill>
                  <a:srgbClr val="102A35"/>
                </a:solidFill>
                <a:latin typeface="Arial"/>
                <a:ea typeface="Arial"/>
                <a:cs typeface="Arial"/>
              </a:defRPr>
            </a:lvl6pPr>
            <a:lvl7pPr algn="l">
              <a:defRPr sz="1725" b="1">
                <a:solidFill>
                  <a:srgbClr val="102A35"/>
                </a:solidFill>
                <a:latin typeface="Arial"/>
                <a:ea typeface="Arial"/>
                <a:cs typeface="Arial"/>
              </a:defRPr>
            </a:lvl7pPr>
            <a:lvl8pPr algn="l">
              <a:defRPr sz="1725" b="1">
                <a:solidFill>
                  <a:srgbClr val="102A35"/>
                </a:solidFill>
                <a:latin typeface="Arial"/>
                <a:ea typeface="Arial"/>
                <a:cs typeface="Arial"/>
              </a:defRPr>
            </a:lvl8pPr>
            <a:lvl9pPr algn="l">
              <a:defRPr sz="1725" b="1">
                <a:solidFill>
                  <a:srgbClr val="102A35"/>
                </a:solidFill>
                <a:latin typeface="Arial"/>
                <a:ea typeface="Arial"/>
                <a:cs typeface="Arial"/>
              </a:defRPr>
            </a:lvl9pPr>
          </a:lstStyle>
          <a:p xmlns:a="http://schemas.openxmlformats.org/drawingml/2006/main">
            <a:pPr algn="l">
              <a:lnSpc>
                <a:spcPct val="98000"/>
              </a:lnSpc>
              <a:buNone/>
              <a:defRPr sz="1725" b="1">
                <a:solidFill>
                  <a:srgbClr val="102A35"/>
                </a:solidFill>
                <a:latin typeface="Arial"/>
                <a:ea typeface="Arial"/>
                <a:cs typeface="Arial"/>
              </a:defRPr>
            </a:pPr>
            <a:r>
              <a:rPr sz="1725" b="1">
                <a:solidFill>
                  <a:srgbClr val="102A35"/>
                </a:solidFill>
                <a:latin typeface="Arial"/>
                <a:ea typeface="Arial"/>
                <a:cs typeface="Arial"/>
              </a:rPr>
              <a:t>Permissioned</a:t>
            </a:r>
          </a:p>
          <a:p xmlns:a="http://schemas.openxmlformats.org/drawingml/2006/main">
            <a:pPr algn="l">
              <a:lnSpc>
                <a:spcPct val="98000"/>
              </a:lnSpc>
              <a:buNone/>
              <a:defRPr sz="1725" b="1">
                <a:solidFill>
                  <a:srgbClr val="102A35"/>
                </a:solidFill>
                <a:latin typeface="Arial"/>
                <a:ea typeface="Arial"/>
                <a:cs typeface="Arial"/>
              </a:defRPr>
            </a:pPr>
            <a:r>
              <a:rPr sz="1725" b="1">
                <a:solidFill>
                  <a:srgbClr val="102A35"/>
                </a:solidFill>
                <a:latin typeface="Arial"/>
                <a:ea typeface="Arial"/>
                <a:cs typeface="Arial"/>
              </a:rPr>
              <a:t>sources</a:t>
            </a:r>
          </a:p>
        </p:txBody>
      </p:sp>
      <p:sp>
        <p:nvSpPr>
          <p:cNvPr id="7" name="node-small-0">
            <a:extLst xmlns:a="http://schemas.openxmlformats.org/drawingml/2006/main">
              <a:ext uri="{FF2B5EF4-FFF2-40B4-BE49-F238E27FC236}">
                <a16:creationId xmlns:a16="http://schemas.microsoft.com/office/drawing/2014/main" id="{08DBFAAC-BDB0-40D3-9FD0-53B86F1C9D18}"/>
              </a:ext>
            </a:extLst>
          </p:cNvPr>
          <p:cNvSpPr>
            <a:spLocks xmlns:a="http://schemas.openxmlformats.org/drawingml/2006/main" noGrp="1"/>
          </p:cNvSpPr>
          <p:nvPr/>
        </p:nvSpPr>
        <p:spPr>
          <a:xfrm xmlns:a="http://schemas.openxmlformats.org/drawingml/2006/main">
            <a:off x="723900" y="4362450"/>
            <a:ext cx="18383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45606A"/>
                </a:solidFill>
                <a:latin typeface="Arial"/>
                <a:ea typeface="Arial"/>
                <a:cs typeface="Arial"/>
              </a:defRPr>
            </a:defPPr>
            <a:lvl1pPr algn="l">
              <a:defRPr sz="1275" b="0">
                <a:solidFill>
                  <a:srgbClr val="45606A"/>
                </a:solidFill>
                <a:latin typeface="Arial"/>
                <a:ea typeface="Arial"/>
                <a:cs typeface="Arial"/>
              </a:defRPr>
            </a:lvl1pPr>
            <a:lvl2pPr algn="l">
              <a:defRPr sz="1275" b="0">
                <a:solidFill>
                  <a:srgbClr val="45606A"/>
                </a:solidFill>
                <a:latin typeface="Arial"/>
                <a:ea typeface="Arial"/>
                <a:cs typeface="Arial"/>
              </a:defRPr>
            </a:lvl2pPr>
            <a:lvl3pPr algn="l">
              <a:defRPr sz="1275" b="0">
                <a:solidFill>
                  <a:srgbClr val="45606A"/>
                </a:solidFill>
                <a:latin typeface="Arial"/>
                <a:ea typeface="Arial"/>
                <a:cs typeface="Arial"/>
              </a:defRPr>
            </a:lvl3pPr>
            <a:lvl4pPr algn="l">
              <a:defRPr sz="1275" b="0">
                <a:solidFill>
                  <a:srgbClr val="45606A"/>
                </a:solidFill>
                <a:latin typeface="Arial"/>
                <a:ea typeface="Arial"/>
                <a:cs typeface="Arial"/>
              </a:defRPr>
            </a:lvl4pPr>
            <a:lvl5pPr algn="l">
              <a:defRPr sz="1275" b="0">
                <a:solidFill>
                  <a:srgbClr val="45606A"/>
                </a:solidFill>
                <a:latin typeface="Arial"/>
                <a:ea typeface="Arial"/>
                <a:cs typeface="Arial"/>
              </a:defRPr>
            </a:lvl5pPr>
            <a:lvl6pPr algn="l">
              <a:defRPr sz="1275" b="0">
                <a:solidFill>
                  <a:srgbClr val="45606A"/>
                </a:solidFill>
                <a:latin typeface="Arial"/>
                <a:ea typeface="Arial"/>
                <a:cs typeface="Arial"/>
              </a:defRPr>
            </a:lvl6pPr>
            <a:lvl7pPr algn="l">
              <a:defRPr sz="1275" b="0">
                <a:solidFill>
                  <a:srgbClr val="45606A"/>
                </a:solidFill>
                <a:latin typeface="Arial"/>
                <a:ea typeface="Arial"/>
                <a:cs typeface="Arial"/>
              </a:defRPr>
            </a:lvl7pPr>
            <a:lvl8pPr algn="l">
              <a:defRPr sz="1275" b="0">
                <a:solidFill>
                  <a:srgbClr val="45606A"/>
                </a:solidFill>
                <a:latin typeface="Arial"/>
                <a:ea typeface="Arial"/>
                <a:cs typeface="Arial"/>
              </a:defRPr>
            </a:lvl8pPr>
            <a:lvl9pPr algn="l">
              <a:defRPr sz="1275" b="0">
                <a:solidFill>
                  <a:srgbClr val="45606A"/>
                </a:solidFill>
                <a:latin typeface="Arial"/>
                <a:ea typeface="Arial"/>
                <a:cs typeface="Arial"/>
              </a:defRPr>
            </a:lvl9pPr>
          </a:lstStyle>
          <a:p xmlns:a="http://schemas.openxmlformats.org/drawingml/2006/main">
            <a:pPr algn="l">
              <a:lnSpc>
                <a:spcPct val="105000"/>
              </a:lnSpc>
              <a:buNone/>
              <a:defRPr sz="1275" b="0">
                <a:solidFill>
                  <a:srgbClr val="45606A"/>
                </a:solidFill>
                <a:latin typeface="Arial"/>
                <a:ea typeface="Arial"/>
                <a:cs typeface="Arial"/>
              </a:defRPr>
            </a:pPr>
            <a:r>
              <a:rPr sz="1275" b="0">
                <a:solidFill>
                  <a:srgbClr val="45606A"/>
                </a:solidFill>
                <a:latin typeface="Arial"/>
                <a:ea typeface="Arial"/>
                <a:cs typeface="Arial"/>
              </a:rPr>
              <a:t>Rights + provenance</a:t>
            </a:r>
          </a:p>
        </p:txBody>
      </p:sp>
      <p:sp>
        <p:nvSpPr>
          <p:cNvPr id="8" name="node-index-1">
            <a:extLst xmlns:a="http://schemas.openxmlformats.org/drawingml/2006/main">
              <a:ext uri="{FF2B5EF4-FFF2-40B4-BE49-F238E27FC236}">
                <a16:creationId xmlns:a16="http://schemas.microsoft.com/office/drawing/2014/main" id="{AE284366-250A-4F90-89AC-E8E48D025CDE}"/>
              </a:ext>
            </a:extLst>
          </p:cNvPr>
          <p:cNvSpPr>
            <a:spLocks xmlns:a="http://schemas.openxmlformats.org/drawingml/2006/main" noGrp="1"/>
          </p:cNvSpPr>
          <p:nvPr/>
        </p:nvSpPr>
        <p:spPr>
          <a:xfrm xmlns:a="http://schemas.openxmlformats.org/drawingml/2006/main">
            <a:off x="2857500" y="2847975"/>
            <a:ext cx="66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087F82"/>
                </a:solidFill>
                <a:latin typeface="Arial"/>
                <a:ea typeface="Arial"/>
                <a:cs typeface="Arial"/>
              </a:defRPr>
            </a:defPPr>
            <a:lvl1pPr algn="l">
              <a:defRPr sz="1200" b="1">
                <a:solidFill>
                  <a:srgbClr val="087F82"/>
                </a:solidFill>
                <a:latin typeface="Arial"/>
                <a:ea typeface="Arial"/>
                <a:cs typeface="Arial"/>
              </a:defRPr>
            </a:lvl1pPr>
            <a:lvl2pPr algn="l">
              <a:defRPr sz="1200" b="1">
                <a:solidFill>
                  <a:srgbClr val="087F82"/>
                </a:solidFill>
                <a:latin typeface="Arial"/>
                <a:ea typeface="Arial"/>
                <a:cs typeface="Arial"/>
              </a:defRPr>
            </a:lvl2pPr>
            <a:lvl3pPr algn="l">
              <a:defRPr sz="1200" b="1">
                <a:solidFill>
                  <a:srgbClr val="087F82"/>
                </a:solidFill>
                <a:latin typeface="Arial"/>
                <a:ea typeface="Arial"/>
                <a:cs typeface="Arial"/>
              </a:defRPr>
            </a:lvl3pPr>
            <a:lvl4pPr algn="l">
              <a:defRPr sz="1200" b="1">
                <a:solidFill>
                  <a:srgbClr val="087F82"/>
                </a:solidFill>
                <a:latin typeface="Arial"/>
                <a:ea typeface="Arial"/>
                <a:cs typeface="Arial"/>
              </a:defRPr>
            </a:lvl4pPr>
            <a:lvl5pPr algn="l">
              <a:defRPr sz="1200" b="1">
                <a:solidFill>
                  <a:srgbClr val="087F82"/>
                </a:solidFill>
                <a:latin typeface="Arial"/>
                <a:ea typeface="Arial"/>
                <a:cs typeface="Arial"/>
              </a:defRPr>
            </a:lvl5pPr>
            <a:lvl6pPr algn="l">
              <a:defRPr sz="1200" b="1">
                <a:solidFill>
                  <a:srgbClr val="087F82"/>
                </a:solidFill>
                <a:latin typeface="Arial"/>
                <a:ea typeface="Arial"/>
                <a:cs typeface="Arial"/>
              </a:defRPr>
            </a:lvl6pPr>
            <a:lvl7pPr algn="l">
              <a:defRPr sz="1200" b="1">
                <a:solidFill>
                  <a:srgbClr val="087F82"/>
                </a:solidFill>
                <a:latin typeface="Arial"/>
                <a:ea typeface="Arial"/>
                <a:cs typeface="Arial"/>
              </a:defRPr>
            </a:lvl7pPr>
            <a:lvl8pPr algn="l">
              <a:defRPr sz="1200" b="1">
                <a:solidFill>
                  <a:srgbClr val="087F82"/>
                </a:solidFill>
                <a:latin typeface="Arial"/>
                <a:ea typeface="Arial"/>
                <a:cs typeface="Arial"/>
              </a:defRPr>
            </a:lvl8pPr>
            <a:lvl9pPr algn="l">
              <a:defRPr sz="1200" b="1">
                <a:solidFill>
                  <a:srgbClr val="087F82"/>
                </a:solidFill>
                <a:latin typeface="Arial"/>
                <a:ea typeface="Arial"/>
                <a:cs typeface="Arial"/>
              </a:defRPr>
            </a:lvl9pPr>
          </a:lstStyle>
          <a:p xmlns:a="http://schemas.openxmlformats.org/drawingml/2006/main">
            <a:pPr algn="l">
              <a:lnSpc>
                <a:spcPct val="105000"/>
              </a:lnSpc>
              <a:buNone/>
              <a:defRPr sz="1200" b="1">
                <a:solidFill>
                  <a:srgbClr val="087F82"/>
                </a:solidFill>
                <a:latin typeface="Arial"/>
                <a:ea typeface="Arial"/>
                <a:cs typeface="Arial"/>
              </a:defRPr>
            </a:pPr>
            <a:r>
              <a:rPr sz="1200" b="1">
                <a:solidFill>
                  <a:srgbClr val="087F82"/>
                </a:solidFill>
                <a:latin typeface="Arial"/>
                <a:ea typeface="Arial"/>
                <a:cs typeface="Arial"/>
              </a:rPr>
              <a:t>02</a:t>
            </a:r>
          </a:p>
        </p:txBody>
      </p:sp>
      <p:sp>
        <p:nvSpPr>
          <p:cNvPr id="9" name="divider">
            <a:extLst xmlns:a="http://schemas.openxmlformats.org/drawingml/2006/main">
              <a:ext uri="{FF2B5EF4-FFF2-40B4-BE49-F238E27FC236}">
                <a16:creationId xmlns:a16="http://schemas.microsoft.com/office/drawing/2014/main" id="{BE9608D1-693E-4CCE-9DCB-149E558515CC}"/>
              </a:ext>
            </a:extLst>
          </p:cNvPr>
          <p:cNvSpPr>
            <a:spLocks xmlns:a="http://schemas.openxmlformats.org/drawingml/2006/main" noGrp="1"/>
          </p:cNvSpPr>
          <p:nvPr/>
        </p:nvSpPr>
        <p:spPr>
          <a:xfrm xmlns:a="http://schemas.openxmlformats.org/drawingml/2006/main">
            <a:off x="2857500" y="3219450"/>
            <a:ext cx="1828800" cy="38100"/>
          </a:xfrm>
          <a:prstGeom xmlns:a="http://schemas.openxmlformats.org/drawingml/2006/main" prst="rect">
            <a:avLst/>
          </a:prstGeom>
          <a:solidFill xmlns:a="http://schemas.openxmlformats.org/drawingml/2006/main">
            <a:srgbClr val="087F82"/>
          </a:solidFill>
          <a:ln xmlns:a="http://schemas.openxmlformats.org/drawingml/2006/main" w="0">
            <a:noFill/>
            <a:prstDash val="solid"/>
          </a:ln>
        </p:spPr>
      </p:sp>
      <p:sp>
        <p:nvSpPr>
          <p:cNvPr id="10" name="node-title-1">
            <a:extLst xmlns:a="http://schemas.openxmlformats.org/drawingml/2006/main">
              <a:ext uri="{FF2B5EF4-FFF2-40B4-BE49-F238E27FC236}">
                <a16:creationId xmlns:a16="http://schemas.microsoft.com/office/drawing/2014/main" id="{4EBC64D8-2535-4358-B045-AAECFEAF6D39}"/>
              </a:ext>
            </a:extLst>
          </p:cNvPr>
          <p:cNvSpPr>
            <a:spLocks xmlns:a="http://schemas.openxmlformats.org/drawingml/2006/main" noGrp="1"/>
          </p:cNvSpPr>
          <p:nvPr/>
        </p:nvSpPr>
        <p:spPr>
          <a:xfrm xmlns:a="http://schemas.openxmlformats.org/drawingml/2006/main">
            <a:off x="2857500" y="3448050"/>
            <a:ext cx="18383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A35"/>
                </a:solidFill>
                <a:latin typeface="Arial"/>
                <a:ea typeface="Arial"/>
                <a:cs typeface="Arial"/>
              </a:defRPr>
            </a:defPPr>
            <a:lvl1pPr algn="l">
              <a:defRPr sz="1725" b="1">
                <a:solidFill>
                  <a:srgbClr val="102A35"/>
                </a:solidFill>
                <a:latin typeface="Arial"/>
                <a:ea typeface="Arial"/>
                <a:cs typeface="Arial"/>
              </a:defRPr>
            </a:lvl1pPr>
            <a:lvl2pPr algn="l">
              <a:defRPr sz="1725" b="1">
                <a:solidFill>
                  <a:srgbClr val="102A35"/>
                </a:solidFill>
                <a:latin typeface="Arial"/>
                <a:ea typeface="Arial"/>
                <a:cs typeface="Arial"/>
              </a:defRPr>
            </a:lvl2pPr>
            <a:lvl3pPr algn="l">
              <a:defRPr sz="1725" b="1">
                <a:solidFill>
                  <a:srgbClr val="102A35"/>
                </a:solidFill>
                <a:latin typeface="Arial"/>
                <a:ea typeface="Arial"/>
                <a:cs typeface="Arial"/>
              </a:defRPr>
            </a:lvl3pPr>
            <a:lvl4pPr algn="l">
              <a:defRPr sz="1725" b="1">
                <a:solidFill>
                  <a:srgbClr val="102A35"/>
                </a:solidFill>
                <a:latin typeface="Arial"/>
                <a:ea typeface="Arial"/>
                <a:cs typeface="Arial"/>
              </a:defRPr>
            </a:lvl4pPr>
            <a:lvl5pPr algn="l">
              <a:defRPr sz="1725" b="1">
                <a:solidFill>
                  <a:srgbClr val="102A35"/>
                </a:solidFill>
                <a:latin typeface="Arial"/>
                <a:ea typeface="Arial"/>
                <a:cs typeface="Arial"/>
              </a:defRPr>
            </a:lvl5pPr>
            <a:lvl6pPr algn="l">
              <a:defRPr sz="1725" b="1">
                <a:solidFill>
                  <a:srgbClr val="102A35"/>
                </a:solidFill>
                <a:latin typeface="Arial"/>
                <a:ea typeface="Arial"/>
                <a:cs typeface="Arial"/>
              </a:defRPr>
            </a:lvl6pPr>
            <a:lvl7pPr algn="l">
              <a:defRPr sz="1725" b="1">
                <a:solidFill>
                  <a:srgbClr val="102A35"/>
                </a:solidFill>
                <a:latin typeface="Arial"/>
                <a:ea typeface="Arial"/>
                <a:cs typeface="Arial"/>
              </a:defRPr>
            </a:lvl7pPr>
            <a:lvl8pPr algn="l">
              <a:defRPr sz="1725" b="1">
                <a:solidFill>
                  <a:srgbClr val="102A35"/>
                </a:solidFill>
                <a:latin typeface="Arial"/>
                <a:ea typeface="Arial"/>
                <a:cs typeface="Arial"/>
              </a:defRPr>
            </a:lvl8pPr>
            <a:lvl9pPr algn="l">
              <a:defRPr sz="1725" b="1">
                <a:solidFill>
                  <a:srgbClr val="102A35"/>
                </a:solidFill>
                <a:latin typeface="Arial"/>
                <a:ea typeface="Arial"/>
                <a:cs typeface="Arial"/>
              </a:defRPr>
            </a:lvl9pPr>
          </a:lstStyle>
          <a:p xmlns:a="http://schemas.openxmlformats.org/drawingml/2006/main">
            <a:pPr algn="l">
              <a:lnSpc>
                <a:spcPct val="98000"/>
              </a:lnSpc>
              <a:buNone/>
              <a:defRPr sz="1725" b="1">
                <a:solidFill>
                  <a:srgbClr val="102A35"/>
                </a:solidFill>
                <a:latin typeface="Arial"/>
                <a:ea typeface="Arial"/>
                <a:cs typeface="Arial"/>
              </a:defRPr>
            </a:pPr>
            <a:r>
              <a:rPr sz="1725" b="1">
                <a:solidFill>
                  <a:srgbClr val="102A35"/>
                </a:solidFill>
                <a:latin typeface="Arial"/>
                <a:ea typeface="Arial"/>
                <a:cs typeface="Arial"/>
              </a:rPr>
              <a:t>Versioned</a:t>
            </a:r>
          </a:p>
          <a:p xmlns:a="http://schemas.openxmlformats.org/drawingml/2006/main">
            <a:pPr algn="l">
              <a:lnSpc>
                <a:spcPct val="98000"/>
              </a:lnSpc>
              <a:buNone/>
              <a:defRPr sz="1725" b="1">
                <a:solidFill>
                  <a:srgbClr val="102A35"/>
                </a:solidFill>
                <a:latin typeface="Arial"/>
                <a:ea typeface="Arial"/>
                <a:cs typeface="Arial"/>
              </a:defRPr>
            </a:pPr>
            <a:r>
              <a:rPr sz="1725" b="1">
                <a:solidFill>
                  <a:srgbClr val="102A35"/>
                </a:solidFill>
                <a:latin typeface="Arial"/>
                <a:ea typeface="Arial"/>
                <a:cs typeface="Arial"/>
              </a:rPr>
              <a:t>legal records</a:t>
            </a:r>
          </a:p>
        </p:txBody>
      </p:sp>
      <p:sp>
        <p:nvSpPr>
          <p:cNvPr id="11" name="node-small-1">
            <a:extLst xmlns:a="http://schemas.openxmlformats.org/drawingml/2006/main">
              <a:ext uri="{FF2B5EF4-FFF2-40B4-BE49-F238E27FC236}">
                <a16:creationId xmlns:a16="http://schemas.microsoft.com/office/drawing/2014/main" id="{86D469A4-43BA-49BC-92DA-629083FB2ED8}"/>
              </a:ext>
            </a:extLst>
          </p:cNvPr>
          <p:cNvSpPr>
            <a:spLocks xmlns:a="http://schemas.openxmlformats.org/drawingml/2006/main" noGrp="1"/>
          </p:cNvSpPr>
          <p:nvPr/>
        </p:nvSpPr>
        <p:spPr>
          <a:xfrm xmlns:a="http://schemas.openxmlformats.org/drawingml/2006/main">
            <a:off x="2857500" y="4362450"/>
            <a:ext cx="18383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45606A"/>
                </a:solidFill>
                <a:latin typeface="Arial"/>
                <a:ea typeface="Arial"/>
                <a:cs typeface="Arial"/>
              </a:defRPr>
            </a:defPPr>
            <a:lvl1pPr algn="l">
              <a:defRPr sz="1275" b="0">
                <a:solidFill>
                  <a:srgbClr val="45606A"/>
                </a:solidFill>
                <a:latin typeface="Arial"/>
                <a:ea typeface="Arial"/>
                <a:cs typeface="Arial"/>
              </a:defRPr>
            </a:lvl1pPr>
            <a:lvl2pPr algn="l">
              <a:defRPr sz="1275" b="0">
                <a:solidFill>
                  <a:srgbClr val="45606A"/>
                </a:solidFill>
                <a:latin typeface="Arial"/>
                <a:ea typeface="Arial"/>
                <a:cs typeface="Arial"/>
              </a:defRPr>
            </a:lvl2pPr>
            <a:lvl3pPr algn="l">
              <a:defRPr sz="1275" b="0">
                <a:solidFill>
                  <a:srgbClr val="45606A"/>
                </a:solidFill>
                <a:latin typeface="Arial"/>
                <a:ea typeface="Arial"/>
                <a:cs typeface="Arial"/>
              </a:defRPr>
            </a:lvl3pPr>
            <a:lvl4pPr algn="l">
              <a:defRPr sz="1275" b="0">
                <a:solidFill>
                  <a:srgbClr val="45606A"/>
                </a:solidFill>
                <a:latin typeface="Arial"/>
                <a:ea typeface="Arial"/>
                <a:cs typeface="Arial"/>
              </a:defRPr>
            </a:lvl4pPr>
            <a:lvl5pPr algn="l">
              <a:defRPr sz="1275" b="0">
                <a:solidFill>
                  <a:srgbClr val="45606A"/>
                </a:solidFill>
                <a:latin typeface="Arial"/>
                <a:ea typeface="Arial"/>
                <a:cs typeface="Arial"/>
              </a:defRPr>
            </a:lvl5pPr>
            <a:lvl6pPr algn="l">
              <a:defRPr sz="1275" b="0">
                <a:solidFill>
                  <a:srgbClr val="45606A"/>
                </a:solidFill>
                <a:latin typeface="Arial"/>
                <a:ea typeface="Arial"/>
                <a:cs typeface="Arial"/>
              </a:defRPr>
            </a:lvl6pPr>
            <a:lvl7pPr algn="l">
              <a:defRPr sz="1275" b="0">
                <a:solidFill>
                  <a:srgbClr val="45606A"/>
                </a:solidFill>
                <a:latin typeface="Arial"/>
                <a:ea typeface="Arial"/>
                <a:cs typeface="Arial"/>
              </a:defRPr>
            </a:lvl7pPr>
            <a:lvl8pPr algn="l">
              <a:defRPr sz="1275" b="0">
                <a:solidFill>
                  <a:srgbClr val="45606A"/>
                </a:solidFill>
                <a:latin typeface="Arial"/>
                <a:ea typeface="Arial"/>
                <a:cs typeface="Arial"/>
              </a:defRPr>
            </a:lvl8pPr>
            <a:lvl9pPr algn="l">
              <a:defRPr sz="1275" b="0">
                <a:solidFill>
                  <a:srgbClr val="45606A"/>
                </a:solidFill>
                <a:latin typeface="Arial"/>
                <a:ea typeface="Arial"/>
                <a:cs typeface="Arial"/>
              </a:defRPr>
            </a:lvl9pPr>
          </a:lstStyle>
          <a:p xmlns:a="http://schemas.openxmlformats.org/drawingml/2006/main">
            <a:pPr algn="l">
              <a:lnSpc>
                <a:spcPct val="105000"/>
              </a:lnSpc>
              <a:buNone/>
              <a:defRPr sz="1275" b="0">
                <a:solidFill>
                  <a:srgbClr val="45606A"/>
                </a:solidFill>
                <a:latin typeface="Arial"/>
                <a:ea typeface="Arial"/>
                <a:cs typeface="Arial"/>
              </a:defRPr>
            </a:pPr>
            <a:r>
              <a:rPr sz="1275" b="0">
                <a:solidFill>
                  <a:srgbClr val="45606A"/>
                </a:solidFill>
                <a:latin typeface="Arial"/>
                <a:ea typeface="Arial"/>
                <a:cs typeface="Arial"/>
              </a:rPr>
              <a:t>Jurisdiction + dates</a:t>
            </a:r>
          </a:p>
        </p:txBody>
      </p:sp>
      <p:sp>
        <p:nvSpPr>
          <p:cNvPr id="12" name="node-index-2">
            <a:extLst xmlns:a="http://schemas.openxmlformats.org/drawingml/2006/main">
              <a:ext uri="{FF2B5EF4-FFF2-40B4-BE49-F238E27FC236}">
                <a16:creationId xmlns:a16="http://schemas.microsoft.com/office/drawing/2014/main" id="{DA92DE72-20DA-4558-A88A-5E39D1613EFF}"/>
              </a:ext>
            </a:extLst>
          </p:cNvPr>
          <p:cNvSpPr>
            <a:spLocks xmlns:a="http://schemas.openxmlformats.org/drawingml/2006/main" noGrp="1"/>
          </p:cNvSpPr>
          <p:nvPr/>
        </p:nvSpPr>
        <p:spPr>
          <a:xfrm xmlns:a="http://schemas.openxmlformats.org/drawingml/2006/main">
            <a:off x="4991100" y="2847975"/>
            <a:ext cx="66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087F82"/>
                </a:solidFill>
                <a:latin typeface="Arial"/>
                <a:ea typeface="Arial"/>
                <a:cs typeface="Arial"/>
              </a:defRPr>
            </a:defPPr>
            <a:lvl1pPr algn="l">
              <a:defRPr sz="1200" b="1">
                <a:solidFill>
                  <a:srgbClr val="087F82"/>
                </a:solidFill>
                <a:latin typeface="Arial"/>
                <a:ea typeface="Arial"/>
                <a:cs typeface="Arial"/>
              </a:defRPr>
            </a:lvl1pPr>
            <a:lvl2pPr algn="l">
              <a:defRPr sz="1200" b="1">
                <a:solidFill>
                  <a:srgbClr val="087F82"/>
                </a:solidFill>
                <a:latin typeface="Arial"/>
                <a:ea typeface="Arial"/>
                <a:cs typeface="Arial"/>
              </a:defRPr>
            </a:lvl2pPr>
            <a:lvl3pPr algn="l">
              <a:defRPr sz="1200" b="1">
                <a:solidFill>
                  <a:srgbClr val="087F82"/>
                </a:solidFill>
                <a:latin typeface="Arial"/>
                <a:ea typeface="Arial"/>
                <a:cs typeface="Arial"/>
              </a:defRPr>
            </a:lvl3pPr>
            <a:lvl4pPr algn="l">
              <a:defRPr sz="1200" b="1">
                <a:solidFill>
                  <a:srgbClr val="087F82"/>
                </a:solidFill>
                <a:latin typeface="Arial"/>
                <a:ea typeface="Arial"/>
                <a:cs typeface="Arial"/>
              </a:defRPr>
            </a:lvl4pPr>
            <a:lvl5pPr algn="l">
              <a:defRPr sz="1200" b="1">
                <a:solidFill>
                  <a:srgbClr val="087F82"/>
                </a:solidFill>
                <a:latin typeface="Arial"/>
                <a:ea typeface="Arial"/>
                <a:cs typeface="Arial"/>
              </a:defRPr>
            </a:lvl5pPr>
            <a:lvl6pPr algn="l">
              <a:defRPr sz="1200" b="1">
                <a:solidFill>
                  <a:srgbClr val="087F82"/>
                </a:solidFill>
                <a:latin typeface="Arial"/>
                <a:ea typeface="Arial"/>
                <a:cs typeface="Arial"/>
              </a:defRPr>
            </a:lvl6pPr>
            <a:lvl7pPr algn="l">
              <a:defRPr sz="1200" b="1">
                <a:solidFill>
                  <a:srgbClr val="087F82"/>
                </a:solidFill>
                <a:latin typeface="Arial"/>
                <a:ea typeface="Arial"/>
                <a:cs typeface="Arial"/>
              </a:defRPr>
            </a:lvl7pPr>
            <a:lvl8pPr algn="l">
              <a:defRPr sz="1200" b="1">
                <a:solidFill>
                  <a:srgbClr val="087F82"/>
                </a:solidFill>
                <a:latin typeface="Arial"/>
                <a:ea typeface="Arial"/>
                <a:cs typeface="Arial"/>
              </a:defRPr>
            </a:lvl8pPr>
            <a:lvl9pPr algn="l">
              <a:defRPr sz="1200" b="1">
                <a:solidFill>
                  <a:srgbClr val="087F82"/>
                </a:solidFill>
                <a:latin typeface="Arial"/>
                <a:ea typeface="Arial"/>
                <a:cs typeface="Arial"/>
              </a:defRPr>
            </a:lvl9pPr>
          </a:lstStyle>
          <a:p xmlns:a="http://schemas.openxmlformats.org/drawingml/2006/main">
            <a:pPr algn="l">
              <a:lnSpc>
                <a:spcPct val="105000"/>
              </a:lnSpc>
              <a:buNone/>
              <a:defRPr sz="1200" b="1">
                <a:solidFill>
                  <a:srgbClr val="087F82"/>
                </a:solidFill>
                <a:latin typeface="Arial"/>
                <a:ea typeface="Arial"/>
                <a:cs typeface="Arial"/>
              </a:defRPr>
            </a:pPr>
            <a:r>
              <a:rPr sz="1200" b="1">
                <a:solidFill>
                  <a:srgbClr val="087F82"/>
                </a:solidFill>
                <a:latin typeface="Arial"/>
                <a:ea typeface="Arial"/>
                <a:cs typeface="Arial"/>
              </a:rPr>
              <a:t>03</a:t>
            </a:r>
          </a:p>
        </p:txBody>
      </p:sp>
      <p:sp>
        <p:nvSpPr>
          <p:cNvPr id="13" name="divider">
            <a:extLst xmlns:a="http://schemas.openxmlformats.org/drawingml/2006/main">
              <a:ext uri="{FF2B5EF4-FFF2-40B4-BE49-F238E27FC236}">
                <a16:creationId xmlns:a16="http://schemas.microsoft.com/office/drawing/2014/main" id="{A03F1E32-43E8-4553-91E9-314B4A302120}"/>
              </a:ext>
            </a:extLst>
          </p:cNvPr>
          <p:cNvSpPr>
            <a:spLocks xmlns:a="http://schemas.openxmlformats.org/drawingml/2006/main" noGrp="1"/>
          </p:cNvSpPr>
          <p:nvPr/>
        </p:nvSpPr>
        <p:spPr>
          <a:xfrm xmlns:a="http://schemas.openxmlformats.org/drawingml/2006/main">
            <a:off x="4991100" y="3219450"/>
            <a:ext cx="1828800" cy="38100"/>
          </a:xfrm>
          <a:prstGeom xmlns:a="http://schemas.openxmlformats.org/drawingml/2006/main" prst="rect">
            <a:avLst/>
          </a:prstGeom>
          <a:solidFill xmlns:a="http://schemas.openxmlformats.org/drawingml/2006/main">
            <a:srgbClr val="087F82"/>
          </a:solidFill>
          <a:ln xmlns:a="http://schemas.openxmlformats.org/drawingml/2006/main" w="0">
            <a:noFill/>
            <a:prstDash val="solid"/>
          </a:ln>
        </p:spPr>
      </p:sp>
      <p:sp>
        <p:nvSpPr>
          <p:cNvPr id="14" name="node-title-2">
            <a:extLst xmlns:a="http://schemas.openxmlformats.org/drawingml/2006/main">
              <a:ext uri="{FF2B5EF4-FFF2-40B4-BE49-F238E27FC236}">
                <a16:creationId xmlns:a16="http://schemas.microsoft.com/office/drawing/2014/main" id="{58644DBF-9733-476A-AD40-788448CD66A3}"/>
              </a:ext>
            </a:extLst>
          </p:cNvPr>
          <p:cNvSpPr>
            <a:spLocks xmlns:a="http://schemas.openxmlformats.org/drawingml/2006/main" noGrp="1"/>
          </p:cNvSpPr>
          <p:nvPr/>
        </p:nvSpPr>
        <p:spPr>
          <a:xfrm xmlns:a="http://schemas.openxmlformats.org/drawingml/2006/main">
            <a:off x="4991100" y="3448050"/>
            <a:ext cx="18383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A35"/>
                </a:solidFill>
                <a:latin typeface="Arial"/>
                <a:ea typeface="Arial"/>
                <a:cs typeface="Arial"/>
              </a:defRPr>
            </a:defPPr>
            <a:lvl1pPr algn="l">
              <a:defRPr sz="1725" b="1">
                <a:solidFill>
                  <a:srgbClr val="102A35"/>
                </a:solidFill>
                <a:latin typeface="Arial"/>
                <a:ea typeface="Arial"/>
                <a:cs typeface="Arial"/>
              </a:defRPr>
            </a:lvl1pPr>
            <a:lvl2pPr algn="l">
              <a:defRPr sz="1725" b="1">
                <a:solidFill>
                  <a:srgbClr val="102A35"/>
                </a:solidFill>
                <a:latin typeface="Arial"/>
                <a:ea typeface="Arial"/>
                <a:cs typeface="Arial"/>
              </a:defRPr>
            </a:lvl2pPr>
            <a:lvl3pPr algn="l">
              <a:defRPr sz="1725" b="1">
                <a:solidFill>
                  <a:srgbClr val="102A35"/>
                </a:solidFill>
                <a:latin typeface="Arial"/>
                <a:ea typeface="Arial"/>
                <a:cs typeface="Arial"/>
              </a:defRPr>
            </a:lvl3pPr>
            <a:lvl4pPr algn="l">
              <a:defRPr sz="1725" b="1">
                <a:solidFill>
                  <a:srgbClr val="102A35"/>
                </a:solidFill>
                <a:latin typeface="Arial"/>
                <a:ea typeface="Arial"/>
                <a:cs typeface="Arial"/>
              </a:defRPr>
            </a:lvl4pPr>
            <a:lvl5pPr algn="l">
              <a:defRPr sz="1725" b="1">
                <a:solidFill>
                  <a:srgbClr val="102A35"/>
                </a:solidFill>
                <a:latin typeface="Arial"/>
                <a:ea typeface="Arial"/>
                <a:cs typeface="Arial"/>
              </a:defRPr>
            </a:lvl5pPr>
            <a:lvl6pPr algn="l">
              <a:defRPr sz="1725" b="1">
                <a:solidFill>
                  <a:srgbClr val="102A35"/>
                </a:solidFill>
                <a:latin typeface="Arial"/>
                <a:ea typeface="Arial"/>
                <a:cs typeface="Arial"/>
              </a:defRPr>
            </a:lvl6pPr>
            <a:lvl7pPr algn="l">
              <a:defRPr sz="1725" b="1">
                <a:solidFill>
                  <a:srgbClr val="102A35"/>
                </a:solidFill>
                <a:latin typeface="Arial"/>
                <a:ea typeface="Arial"/>
                <a:cs typeface="Arial"/>
              </a:defRPr>
            </a:lvl7pPr>
            <a:lvl8pPr algn="l">
              <a:defRPr sz="1725" b="1">
                <a:solidFill>
                  <a:srgbClr val="102A35"/>
                </a:solidFill>
                <a:latin typeface="Arial"/>
                <a:ea typeface="Arial"/>
                <a:cs typeface="Arial"/>
              </a:defRPr>
            </a:lvl8pPr>
            <a:lvl9pPr algn="l">
              <a:defRPr sz="1725" b="1">
                <a:solidFill>
                  <a:srgbClr val="102A35"/>
                </a:solidFill>
                <a:latin typeface="Arial"/>
                <a:ea typeface="Arial"/>
                <a:cs typeface="Arial"/>
              </a:defRPr>
            </a:lvl9pPr>
          </a:lstStyle>
          <a:p xmlns:a="http://schemas.openxmlformats.org/drawingml/2006/main">
            <a:pPr algn="l">
              <a:lnSpc>
                <a:spcPct val="98000"/>
              </a:lnSpc>
              <a:buNone/>
              <a:defRPr sz="1725" b="1">
                <a:solidFill>
                  <a:srgbClr val="102A35"/>
                </a:solidFill>
                <a:latin typeface="Arial"/>
                <a:ea typeface="Arial"/>
                <a:cs typeface="Arial"/>
              </a:defRPr>
            </a:pPr>
            <a:r>
              <a:rPr sz="1725" b="1">
                <a:solidFill>
                  <a:srgbClr val="102A35"/>
                </a:solidFill>
                <a:latin typeface="Arial"/>
                <a:ea typeface="Arial"/>
                <a:cs typeface="Arial"/>
              </a:rPr>
              <a:t>Hybrid</a:t>
            </a:r>
          </a:p>
          <a:p xmlns:a="http://schemas.openxmlformats.org/drawingml/2006/main">
            <a:pPr algn="l">
              <a:lnSpc>
                <a:spcPct val="98000"/>
              </a:lnSpc>
              <a:buNone/>
              <a:defRPr sz="1725" b="1">
                <a:solidFill>
                  <a:srgbClr val="102A35"/>
                </a:solidFill>
                <a:latin typeface="Arial"/>
                <a:ea typeface="Arial"/>
                <a:cs typeface="Arial"/>
              </a:defRPr>
            </a:pPr>
            <a:r>
              <a:rPr sz="1725" b="1">
                <a:solidFill>
                  <a:srgbClr val="102A35"/>
                </a:solidFill>
                <a:latin typeface="Arial"/>
                <a:ea typeface="Arial"/>
                <a:cs typeface="Arial"/>
              </a:rPr>
              <a:t>retrieval</a:t>
            </a:r>
          </a:p>
        </p:txBody>
      </p:sp>
      <p:sp>
        <p:nvSpPr>
          <p:cNvPr id="15" name="node-small-2">
            <a:extLst xmlns:a="http://schemas.openxmlformats.org/drawingml/2006/main">
              <a:ext uri="{FF2B5EF4-FFF2-40B4-BE49-F238E27FC236}">
                <a16:creationId xmlns:a16="http://schemas.microsoft.com/office/drawing/2014/main" id="{3D063FBE-ABA1-4359-845E-8E300193E962}"/>
              </a:ext>
            </a:extLst>
          </p:cNvPr>
          <p:cNvSpPr>
            <a:spLocks xmlns:a="http://schemas.openxmlformats.org/drawingml/2006/main" noGrp="1"/>
          </p:cNvSpPr>
          <p:nvPr/>
        </p:nvSpPr>
        <p:spPr>
          <a:xfrm xmlns:a="http://schemas.openxmlformats.org/drawingml/2006/main">
            <a:off x="4991100" y="4362450"/>
            <a:ext cx="18383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45606A"/>
                </a:solidFill>
                <a:latin typeface="Arial"/>
                <a:ea typeface="Arial"/>
                <a:cs typeface="Arial"/>
              </a:defRPr>
            </a:defPPr>
            <a:lvl1pPr algn="l">
              <a:defRPr sz="1275" b="0">
                <a:solidFill>
                  <a:srgbClr val="45606A"/>
                </a:solidFill>
                <a:latin typeface="Arial"/>
                <a:ea typeface="Arial"/>
                <a:cs typeface="Arial"/>
              </a:defRPr>
            </a:lvl1pPr>
            <a:lvl2pPr algn="l">
              <a:defRPr sz="1275" b="0">
                <a:solidFill>
                  <a:srgbClr val="45606A"/>
                </a:solidFill>
                <a:latin typeface="Arial"/>
                <a:ea typeface="Arial"/>
                <a:cs typeface="Arial"/>
              </a:defRPr>
            </a:lvl2pPr>
            <a:lvl3pPr algn="l">
              <a:defRPr sz="1275" b="0">
                <a:solidFill>
                  <a:srgbClr val="45606A"/>
                </a:solidFill>
                <a:latin typeface="Arial"/>
                <a:ea typeface="Arial"/>
                <a:cs typeface="Arial"/>
              </a:defRPr>
            </a:lvl3pPr>
            <a:lvl4pPr algn="l">
              <a:defRPr sz="1275" b="0">
                <a:solidFill>
                  <a:srgbClr val="45606A"/>
                </a:solidFill>
                <a:latin typeface="Arial"/>
                <a:ea typeface="Arial"/>
                <a:cs typeface="Arial"/>
              </a:defRPr>
            </a:lvl4pPr>
            <a:lvl5pPr algn="l">
              <a:defRPr sz="1275" b="0">
                <a:solidFill>
                  <a:srgbClr val="45606A"/>
                </a:solidFill>
                <a:latin typeface="Arial"/>
                <a:ea typeface="Arial"/>
                <a:cs typeface="Arial"/>
              </a:defRPr>
            </a:lvl5pPr>
            <a:lvl6pPr algn="l">
              <a:defRPr sz="1275" b="0">
                <a:solidFill>
                  <a:srgbClr val="45606A"/>
                </a:solidFill>
                <a:latin typeface="Arial"/>
                <a:ea typeface="Arial"/>
                <a:cs typeface="Arial"/>
              </a:defRPr>
            </a:lvl6pPr>
            <a:lvl7pPr algn="l">
              <a:defRPr sz="1275" b="0">
                <a:solidFill>
                  <a:srgbClr val="45606A"/>
                </a:solidFill>
                <a:latin typeface="Arial"/>
                <a:ea typeface="Arial"/>
                <a:cs typeface="Arial"/>
              </a:defRPr>
            </a:lvl7pPr>
            <a:lvl8pPr algn="l">
              <a:defRPr sz="1275" b="0">
                <a:solidFill>
                  <a:srgbClr val="45606A"/>
                </a:solidFill>
                <a:latin typeface="Arial"/>
                <a:ea typeface="Arial"/>
                <a:cs typeface="Arial"/>
              </a:defRPr>
            </a:lvl8pPr>
            <a:lvl9pPr algn="l">
              <a:defRPr sz="1275" b="0">
                <a:solidFill>
                  <a:srgbClr val="45606A"/>
                </a:solidFill>
                <a:latin typeface="Arial"/>
                <a:ea typeface="Arial"/>
                <a:cs typeface="Arial"/>
              </a:defRPr>
            </a:lvl9pPr>
          </a:lstStyle>
          <a:p xmlns:a="http://schemas.openxmlformats.org/drawingml/2006/main">
            <a:pPr algn="l">
              <a:lnSpc>
                <a:spcPct val="105000"/>
              </a:lnSpc>
              <a:buNone/>
              <a:defRPr sz="1275" b="0">
                <a:solidFill>
                  <a:srgbClr val="45606A"/>
                </a:solidFill>
                <a:latin typeface="Arial"/>
                <a:ea typeface="Arial"/>
                <a:cs typeface="Arial"/>
              </a:defRPr>
            </a:pPr>
            <a:r>
              <a:rPr sz="1275" b="0">
                <a:solidFill>
                  <a:srgbClr val="45606A"/>
                </a:solidFill>
                <a:latin typeface="Arial"/>
                <a:ea typeface="Arial"/>
                <a:cs typeface="Arial"/>
              </a:rPr>
              <a:t>Passage-level spans</a:t>
            </a:r>
          </a:p>
        </p:txBody>
      </p:sp>
      <p:sp>
        <p:nvSpPr>
          <p:cNvPr id="16" name="node-index-3">
            <a:extLst xmlns:a="http://schemas.openxmlformats.org/drawingml/2006/main">
              <a:ext uri="{FF2B5EF4-FFF2-40B4-BE49-F238E27FC236}">
                <a16:creationId xmlns:a16="http://schemas.microsoft.com/office/drawing/2014/main" id="{6D8D0434-F779-4BE6-A254-E35178AC4F23}"/>
              </a:ext>
            </a:extLst>
          </p:cNvPr>
          <p:cNvSpPr>
            <a:spLocks xmlns:a="http://schemas.openxmlformats.org/drawingml/2006/main" noGrp="1"/>
          </p:cNvSpPr>
          <p:nvPr/>
        </p:nvSpPr>
        <p:spPr>
          <a:xfrm xmlns:a="http://schemas.openxmlformats.org/drawingml/2006/main">
            <a:off x="7124700" y="2847975"/>
            <a:ext cx="66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087F82"/>
                </a:solidFill>
                <a:latin typeface="Arial"/>
                <a:ea typeface="Arial"/>
                <a:cs typeface="Arial"/>
              </a:defRPr>
            </a:defPPr>
            <a:lvl1pPr algn="l">
              <a:defRPr sz="1200" b="1">
                <a:solidFill>
                  <a:srgbClr val="087F82"/>
                </a:solidFill>
                <a:latin typeface="Arial"/>
                <a:ea typeface="Arial"/>
                <a:cs typeface="Arial"/>
              </a:defRPr>
            </a:lvl1pPr>
            <a:lvl2pPr algn="l">
              <a:defRPr sz="1200" b="1">
                <a:solidFill>
                  <a:srgbClr val="087F82"/>
                </a:solidFill>
                <a:latin typeface="Arial"/>
                <a:ea typeface="Arial"/>
                <a:cs typeface="Arial"/>
              </a:defRPr>
            </a:lvl2pPr>
            <a:lvl3pPr algn="l">
              <a:defRPr sz="1200" b="1">
                <a:solidFill>
                  <a:srgbClr val="087F82"/>
                </a:solidFill>
                <a:latin typeface="Arial"/>
                <a:ea typeface="Arial"/>
                <a:cs typeface="Arial"/>
              </a:defRPr>
            </a:lvl3pPr>
            <a:lvl4pPr algn="l">
              <a:defRPr sz="1200" b="1">
                <a:solidFill>
                  <a:srgbClr val="087F82"/>
                </a:solidFill>
                <a:latin typeface="Arial"/>
                <a:ea typeface="Arial"/>
                <a:cs typeface="Arial"/>
              </a:defRPr>
            </a:lvl4pPr>
            <a:lvl5pPr algn="l">
              <a:defRPr sz="1200" b="1">
                <a:solidFill>
                  <a:srgbClr val="087F82"/>
                </a:solidFill>
                <a:latin typeface="Arial"/>
                <a:ea typeface="Arial"/>
                <a:cs typeface="Arial"/>
              </a:defRPr>
            </a:lvl5pPr>
            <a:lvl6pPr algn="l">
              <a:defRPr sz="1200" b="1">
                <a:solidFill>
                  <a:srgbClr val="087F82"/>
                </a:solidFill>
                <a:latin typeface="Arial"/>
                <a:ea typeface="Arial"/>
                <a:cs typeface="Arial"/>
              </a:defRPr>
            </a:lvl6pPr>
            <a:lvl7pPr algn="l">
              <a:defRPr sz="1200" b="1">
                <a:solidFill>
                  <a:srgbClr val="087F82"/>
                </a:solidFill>
                <a:latin typeface="Arial"/>
                <a:ea typeface="Arial"/>
                <a:cs typeface="Arial"/>
              </a:defRPr>
            </a:lvl7pPr>
            <a:lvl8pPr algn="l">
              <a:defRPr sz="1200" b="1">
                <a:solidFill>
                  <a:srgbClr val="087F82"/>
                </a:solidFill>
                <a:latin typeface="Arial"/>
                <a:ea typeface="Arial"/>
                <a:cs typeface="Arial"/>
              </a:defRPr>
            </a:lvl8pPr>
            <a:lvl9pPr algn="l">
              <a:defRPr sz="1200" b="1">
                <a:solidFill>
                  <a:srgbClr val="087F82"/>
                </a:solidFill>
                <a:latin typeface="Arial"/>
                <a:ea typeface="Arial"/>
                <a:cs typeface="Arial"/>
              </a:defRPr>
            </a:lvl9pPr>
          </a:lstStyle>
          <a:p xmlns:a="http://schemas.openxmlformats.org/drawingml/2006/main">
            <a:pPr algn="l">
              <a:lnSpc>
                <a:spcPct val="105000"/>
              </a:lnSpc>
              <a:buNone/>
              <a:defRPr sz="1200" b="1">
                <a:solidFill>
                  <a:srgbClr val="087F82"/>
                </a:solidFill>
                <a:latin typeface="Arial"/>
                <a:ea typeface="Arial"/>
                <a:cs typeface="Arial"/>
              </a:defRPr>
            </a:pPr>
            <a:r>
              <a:rPr sz="1200" b="1">
                <a:solidFill>
                  <a:srgbClr val="087F82"/>
                </a:solidFill>
                <a:latin typeface="Arial"/>
                <a:ea typeface="Arial"/>
                <a:cs typeface="Arial"/>
              </a:rPr>
              <a:t>04</a:t>
            </a:r>
          </a:p>
        </p:txBody>
      </p:sp>
      <p:sp>
        <p:nvSpPr>
          <p:cNvPr id="17" name="divider">
            <a:extLst xmlns:a="http://schemas.openxmlformats.org/drawingml/2006/main">
              <a:ext uri="{FF2B5EF4-FFF2-40B4-BE49-F238E27FC236}">
                <a16:creationId xmlns:a16="http://schemas.microsoft.com/office/drawing/2014/main" id="{B9C876AA-47F8-4CE1-9DE5-C459DCAA066A}"/>
              </a:ext>
            </a:extLst>
          </p:cNvPr>
          <p:cNvSpPr>
            <a:spLocks xmlns:a="http://schemas.openxmlformats.org/drawingml/2006/main" noGrp="1"/>
          </p:cNvSpPr>
          <p:nvPr/>
        </p:nvSpPr>
        <p:spPr>
          <a:xfrm xmlns:a="http://schemas.openxmlformats.org/drawingml/2006/main">
            <a:off x="7124700" y="3219450"/>
            <a:ext cx="1828800" cy="38100"/>
          </a:xfrm>
          <a:prstGeom xmlns:a="http://schemas.openxmlformats.org/drawingml/2006/main" prst="rect">
            <a:avLst/>
          </a:prstGeom>
          <a:solidFill xmlns:a="http://schemas.openxmlformats.org/drawingml/2006/main">
            <a:srgbClr val="EE806C"/>
          </a:solidFill>
          <a:ln xmlns:a="http://schemas.openxmlformats.org/drawingml/2006/main" w="0">
            <a:noFill/>
            <a:prstDash val="solid"/>
          </a:ln>
        </p:spPr>
      </p:sp>
      <p:sp>
        <p:nvSpPr>
          <p:cNvPr id="18" name="node-title-3">
            <a:extLst xmlns:a="http://schemas.openxmlformats.org/drawingml/2006/main">
              <a:ext uri="{FF2B5EF4-FFF2-40B4-BE49-F238E27FC236}">
                <a16:creationId xmlns:a16="http://schemas.microsoft.com/office/drawing/2014/main" id="{60382EBC-277B-47EF-962E-88632A51F664}"/>
              </a:ext>
            </a:extLst>
          </p:cNvPr>
          <p:cNvSpPr>
            <a:spLocks xmlns:a="http://schemas.openxmlformats.org/drawingml/2006/main" noGrp="1"/>
          </p:cNvSpPr>
          <p:nvPr/>
        </p:nvSpPr>
        <p:spPr>
          <a:xfrm xmlns:a="http://schemas.openxmlformats.org/drawingml/2006/main">
            <a:off x="7124700" y="3448050"/>
            <a:ext cx="18383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A35"/>
                </a:solidFill>
                <a:latin typeface="Arial"/>
                <a:ea typeface="Arial"/>
                <a:cs typeface="Arial"/>
              </a:defRPr>
            </a:defPPr>
            <a:lvl1pPr algn="l">
              <a:defRPr sz="1725" b="1">
                <a:solidFill>
                  <a:srgbClr val="102A35"/>
                </a:solidFill>
                <a:latin typeface="Arial"/>
                <a:ea typeface="Arial"/>
                <a:cs typeface="Arial"/>
              </a:defRPr>
            </a:lvl1pPr>
            <a:lvl2pPr algn="l">
              <a:defRPr sz="1725" b="1">
                <a:solidFill>
                  <a:srgbClr val="102A35"/>
                </a:solidFill>
                <a:latin typeface="Arial"/>
                <a:ea typeface="Arial"/>
                <a:cs typeface="Arial"/>
              </a:defRPr>
            </a:lvl2pPr>
            <a:lvl3pPr algn="l">
              <a:defRPr sz="1725" b="1">
                <a:solidFill>
                  <a:srgbClr val="102A35"/>
                </a:solidFill>
                <a:latin typeface="Arial"/>
                <a:ea typeface="Arial"/>
                <a:cs typeface="Arial"/>
              </a:defRPr>
            </a:lvl3pPr>
            <a:lvl4pPr algn="l">
              <a:defRPr sz="1725" b="1">
                <a:solidFill>
                  <a:srgbClr val="102A35"/>
                </a:solidFill>
                <a:latin typeface="Arial"/>
                <a:ea typeface="Arial"/>
                <a:cs typeface="Arial"/>
              </a:defRPr>
            </a:lvl4pPr>
            <a:lvl5pPr algn="l">
              <a:defRPr sz="1725" b="1">
                <a:solidFill>
                  <a:srgbClr val="102A35"/>
                </a:solidFill>
                <a:latin typeface="Arial"/>
                <a:ea typeface="Arial"/>
                <a:cs typeface="Arial"/>
              </a:defRPr>
            </a:lvl5pPr>
            <a:lvl6pPr algn="l">
              <a:defRPr sz="1725" b="1">
                <a:solidFill>
                  <a:srgbClr val="102A35"/>
                </a:solidFill>
                <a:latin typeface="Arial"/>
                <a:ea typeface="Arial"/>
                <a:cs typeface="Arial"/>
              </a:defRPr>
            </a:lvl6pPr>
            <a:lvl7pPr algn="l">
              <a:defRPr sz="1725" b="1">
                <a:solidFill>
                  <a:srgbClr val="102A35"/>
                </a:solidFill>
                <a:latin typeface="Arial"/>
                <a:ea typeface="Arial"/>
                <a:cs typeface="Arial"/>
              </a:defRPr>
            </a:lvl7pPr>
            <a:lvl8pPr algn="l">
              <a:defRPr sz="1725" b="1">
                <a:solidFill>
                  <a:srgbClr val="102A35"/>
                </a:solidFill>
                <a:latin typeface="Arial"/>
                <a:ea typeface="Arial"/>
                <a:cs typeface="Arial"/>
              </a:defRPr>
            </a:lvl8pPr>
            <a:lvl9pPr algn="l">
              <a:defRPr sz="1725" b="1">
                <a:solidFill>
                  <a:srgbClr val="102A35"/>
                </a:solidFill>
                <a:latin typeface="Arial"/>
                <a:ea typeface="Arial"/>
                <a:cs typeface="Arial"/>
              </a:defRPr>
            </a:lvl9pPr>
          </a:lstStyle>
          <a:p xmlns:a="http://schemas.openxmlformats.org/drawingml/2006/main">
            <a:pPr algn="l">
              <a:lnSpc>
                <a:spcPct val="98000"/>
              </a:lnSpc>
              <a:buNone/>
              <a:defRPr sz="1725" b="1">
                <a:solidFill>
                  <a:srgbClr val="102A35"/>
                </a:solidFill>
                <a:latin typeface="Arial"/>
                <a:ea typeface="Arial"/>
                <a:cs typeface="Arial"/>
              </a:defRPr>
            </a:pPr>
            <a:r>
              <a:rPr sz="1725" b="1">
                <a:solidFill>
                  <a:srgbClr val="102A35"/>
                </a:solidFill>
                <a:latin typeface="Arial"/>
                <a:ea typeface="Arial"/>
                <a:cs typeface="Arial"/>
              </a:rPr>
              <a:t>Citation</a:t>
            </a:r>
          </a:p>
          <a:p xmlns:a="http://schemas.openxmlformats.org/drawingml/2006/main">
            <a:pPr algn="l">
              <a:lnSpc>
                <a:spcPct val="98000"/>
              </a:lnSpc>
              <a:buNone/>
              <a:defRPr sz="1725" b="1">
                <a:solidFill>
                  <a:srgbClr val="102A35"/>
                </a:solidFill>
                <a:latin typeface="Arial"/>
                <a:ea typeface="Arial"/>
                <a:cs typeface="Arial"/>
              </a:defRPr>
            </a:pPr>
            <a:r>
              <a:rPr sz="1725" b="1">
                <a:solidFill>
                  <a:srgbClr val="102A35"/>
                </a:solidFill>
                <a:latin typeface="Arial"/>
                <a:ea typeface="Arial"/>
                <a:cs typeface="Arial"/>
              </a:rPr>
              <a:t>validation</a:t>
            </a:r>
          </a:p>
        </p:txBody>
      </p:sp>
      <p:sp>
        <p:nvSpPr>
          <p:cNvPr id="19" name="node-small-3">
            <a:extLst xmlns:a="http://schemas.openxmlformats.org/drawingml/2006/main">
              <a:ext uri="{FF2B5EF4-FFF2-40B4-BE49-F238E27FC236}">
                <a16:creationId xmlns:a16="http://schemas.microsoft.com/office/drawing/2014/main" id="{3AC68E27-B779-4881-9AFD-B1C925130F89}"/>
              </a:ext>
            </a:extLst>
          </p:cNvPr>
          <p:cNvSpPr>
            <a:spLocks xmlns:a="http://schemas.openxmlformats.org/drawingml/2006/main" noGrp="1"/>
          </p:cNvSpPr>
          <p:nvPr/>
        </p:nvSpPr>
        <p:spPr>
          <a:xfrm xmlns:a="http://schemas.openxmlformats.org/drawingml/2006/main">
            <a:off x="7124700" y="4362450"/>
            <a:ext cx="18383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45606A"/>
                </a:solidFill>
                <a:latin typeface="Arial"/>
                <a:ea typeface="Arial"/>
                <a:cs typeface="Arial"/>
              </a:defRPr>
            </a:defPPr>
            <a:lvl1pPr algn="l">
              <a:defRPr sz="1275" b="0">
                <a:solidFill>
                  <a:srgbClr val="45606A"/>
                </a:solidFill>
                <a:latin typeface="Arial"/>
                <a:ea typeface="Arial"/>
                <a:cs typeface="Arial"/>
              </a:defRPr>
            </a:lvl1pPr>
            <a:lvl2pPr algn="l">
              <a:defRPr sz="1275" b="0">
                <a:solidFill>
                  <a:srgbClr val="45606A"/>
                </a:solidFill>
                <a:latin typeface="Arial"/>
                <a:ea typeface="Arial"/>
                <a:cs typeface="Arial"/>
              </a:defRPr>
            </a:lvl2pPr>
            <a:lvl3pPr algn="l">
              <a:defRPr sz="1275" b="0">
                <a:solidFill>
                  <a:srgbClr val="45606A"/>
                </a:solidFill>
                <a:latin typeface="Arial"/>
                <a:ea typeface="Arial"/>
                <a:cs typeface="Arial"/>
              </a:defRPr>
            </a:lvl3pPr>
            <a:lvl4pPr algn="l">
              <a:defRPr sz="1275" b="0">
                <a:solidFill>
                  <a:srgbClr val="45606A"/>
                </a:solidFill>
                <a:latin typeface="Arial"/>
                <a:ea typeface="Arial"/>
                <a:cs typeface="Arial"/>
              </a:defRPr>
            </a:lvl4pPr>
            <a:lvl5pPr algn="l">
              <a:defRPr sz="1275" b="0">
                <a:solidFill>
                  <a:srgbClr val="45606A"/>
                </a:solidFill>
                <a:latin typeface="Arial"/>
                <a:ea typeface="Arial"/>
                <a:cs typeface="Arial"/>
              </a:defRPr>
            </a:lvl5pPr>
            <a:lvl6pPr algn="l">
              <a:defRPr sz="1275" b="0">
                <a:solidFill>
                  <a:srgbClr val="45606A"/>
                </a:solidFill>
                <a:latin typeface="Arial"/>
                <a:ea typeface="Arial"/>
                <a:cs typeface="Arial"/>
              </a:defRPr>
            </a:lvl6pPr>
            <a:lvl7pPr algn="l">
              <a:defRPr sz="1275" b="0">
                <a:solidFill>
                  <a:srgbClr val="45606A"/>
                </a:solidFill>
                <a:latin typeface="Arial"/>
                <a:ea typeface="Arial"/>
                <a:cs typeface="Arial"/>
              </a:defRPr>
            </a:lvl7pPr>
            <a:lvl8pPr algn="l">
              <a:defRPr sz="1275" b="0">
                <a:solidFill>
                  <a:srgbClr val="45606A"/>
                </a:solidFill>
                <a:latin typeface="Arial"/>
                <a:ea typeface="Arial"/>
                <a:cs typeface="Arial"/>
              </a:defRPr>
            </a:lvl8pPr>
            <a:lvl9pPr algn="l">
              <a:defRPr sz="1275" b="0">
                <a:solidFill>
                  <a:srgbClr val="45606A"/>
                </a:solidFill>
                <a:latin typeface="Arial"/>
                <a:ea typeface="Arial"/>
                <a:cs typeface="Arial"/>
              </a:defRPr>
            </a:lvl9pPr>
          </a:lstStyle>
          <a:p xmlns:a="http://schemas.openxmlformats.org/drawingml/2006/main">
            <a:pPr algn="l">
              <a:lnSpc>
                <a:spcPct val="105000"/>
              </a:lnSpc>
              <a:buNone/>
              <a:defRPr sz="1275" b="0">
                <a:solidFill>
                  <a:srgbClr val="45606A"/>
                </a:solidFill>
                <a:latin typeface="Arial"/>
                <a:ea typeface="Arial"/>
                <a:cs typeface="Arial"/>
              </a:defRPr>
            </a:pPr>
            <a:r>
              <a:rPr sz="1275" b="0">
                <a:solidFill>
                  <a:srgbClr val="45606A"/>
                </a:solidFill>
                <a:latin typeface="Arial"/>
                <a:ea typeface="Arial"/>
                <a:cs typeface="Arial"/>
              </a:rPr>
              <a:t>Support or abstain</a:t>
            </a:r>
          </a:p>
        </p:txBody>
      </p:sp>
      <p:sp>
        <p:nvSpPr>
          <p:cNvPr id="20" name="node-index-4">
            <a:extLst xmlns:a="http://schemas.openxmlformats.org/drawingml/2006/main">
              <a:ext uri="{FF2B5EF4-FFF2-40B4-BE49-F238E27FC236}">
                <a16:creationId xmlns:a16="http://schemas.microsoft.com/office/drawing/2014/main" id="{1983BB36-FED4-47D2-A249-747BD59348D5}"/>
              </a:ext>
            </a:extLst>
          </p:cNvPr>
          <p:cNvSpPr>
            <a:spLocks xmlns:a="http://schemas.openxmlformats.org/drawingml/2006/main" noGrp="1"/>
          </p:cNvSpPr>
          <p:nvPr/>
        </p:nvSpPr>
        <p:spPr>
          <a:xfrm xmlns:a="http://schemas.openxmlformats.org/drawingml/2006/main">
            <a:off x="9258300" y="2847975"/>
            <a:ext cx="66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087F82"/>
                </a:solidFill>
                <a:latin typeface="Arial"/>
                <a:ea typeface="Arial"/>
                <a:cs typeface="Arial"/>
              </a:defRPr>
            </a:defPPr>
            <a:lvl1pPr algn="l">
              <a:defRPr sz="1200" b="1">
                <a:solidFill>
                  <a:srgbClr val="087F82"/>
                </a:solidFill>
                <a:latin typeface="Arial"/>
                <a:ea typeface="Arial"/>
                <a:cs typeface="Arial"/>
              </a:defRPr>
            </a:lvl1pPr>
            <a:lvl2pPr algn="l">
              <a:defRPr sz="1200" b="1">
                <a:solidFill>
                  <a:srgbClr val="087F82"/>
                </a:solidFill>
                <a:latin typeface="Arial"/>
                <a:ea typeface="Arial"/>
                <a:cs typeface="Arial"/>
              </a:defRPr>
            </a:lvl2pPr>
            <a:lvl3pPr algn="l">
              <a:defRPr sz="1200" b="1">
                <a:solidFill>
                  <a:srgbClr val="087F82"/>
                </a:solidFill>
                <a:latin typeface="Arial"/>
                <a:ea typeface="Arial"/>
                <a:cs typeface="Arial"/>
              </a:defRPr>
            </a:lvl3pPr>
            <a:lvl4pPr algn="l">
              <a:defRPr sz="1200" b="1">
                <a:solidFill>
                  <a:srgbClr val="087F82"/>
                </a:solidFill>
                <a:latin typeface="Arial"/>
                <a:ea typeface="Arial"/>
                <a:cs typeface="Arial"/>
              </a:defRPr>
            </a:lvl4pPr>
            <a:lvl5pPr algn="l">
              <a:defRPr sz="1200" b="1">
                <a:solidFill>
                  <a:srgbClr val="087F82"/>
                </a:solidFill>
                <a:latin typeface="Arial"/>
                <a:ea typeface="Arial"/>
                <a:cs typeface="Arial"/>
              </a:defRPr>
            </a:lvl5pPr>
            <a:lvl6pPr algn="l">
              <a:defRPr sz="1200" b="1">
                <a:solidFill>
                  <a:srgbClr val="087F82"/>
                </a:solidFill>
                <a:latin typeface="Arial"/>
                <a:ea typeface="Arial"/>
                <a:cs typeface="Arial"/>
              </a:defRPr>
            </a:lvl6pPr>
            <a:lvl7pPr algn="l">
              <a:defRPr sz="1200" b="1">
                <a:solidFill>
                  <a:srgbClr val="087F82"/>
                </a:solidFill>
                <a:latin typeface="Arial"/>
                <a:ea typeface="Arial"/>
                <a:cs typeface="Arial"/>
              </a:defRPr>
            </a:lvl7pPr>
            <a:lvl8pPr algn="l">
              <a:defRPr sz="1200" b="1">
                <a:solidFill>
                  <a:srgbClr val="087F82"/>
                </a:solidFill>
                <a:latin typeface="Arial"/>
                <a:ea typeface="Arial"/>
                <a:cs typeface="Arial"/>
              </a:defRPr>
            </a:lvl8pPr>
            <a:lvl9pPr algn="l">
              <a:defRPr sz="1200" b="1">
                <a:solidFill>
                  <a:srgbClr val="087F82"/>
                </a:solidFill>
                <a:latin typeface="Arial"/>
                <a:ea typeface="Arial"/>
                <a:cs typeface="Arial"/>
              </a:defRPr>
            </a:lvl9pPr>
          </a:lstStyle>
          <a:p xmlns:a="http://schemas.openxmlformats.org/drawingml/2006/main">
            <a:pPr algn="l">
              <a:lnSpc>
                <a:spcPct val="105000"/>
              </a:lnSpc>
              <a:buNone/>
              <a:defRPr sz="1200" b="1">
                <a:solidFill>
                  <a:srgbClr val="087F82"/>
                </a:solidFill>
                <a:latin typeface="Arial"/>
                <a:ea typeface="Arial"/>
                <a:cs typeface="Arial"/>
              </a:defRPr>
            </a:pPr>
            <a:r>
              <a:rPr sz="1200" b="1">
                <a:solidFill>
                  <a:srgbClr val="087F82"/>
                </a:solidFill>
                <a:latin typeface="Arial"/>
                <a:ea typeface="Arial"/>
                <a:cs typeface="Arial"/>
              </a:rPr>
              <a:t>05</a:t>
            </a:r>
          </a:p>
        </p:txBody>
      </p:sp>
      <p:sp>
        <p:nvSpPr>
          <p:cNvPr id="21" name="divider">
            <a:extLst xmlns:a="http://schemas.openxmlformats.org/drawingml/2006/main">
              <a:ext uri="{FF2B5EF4-FFF2-40B4-BE49-F238E27FC236}">
                <a16:creationId xmlns:a16="http://schemas.microsoft.com/office/drawing/2014/main" id="{3665EC7F-A445-4A2F-B1CF-E78508E00AAB}"/>
              </a:ext>
            </a:extLst>
          </p:cNvPr>
          <p:cNvSpPr>
            <a:spLocks xmlns:a="http://schemas.openxmlformats.org/drawingml/2006/main" noGrp="1"/>
          </p:cNvSpPr>
          <p:nvPr/>
        </p:nvSpPr>
        <p:spPr>
          <a:xfrm xmlns:a="http://schemas.openxmlformats.org/drawingml/2006/main">
            <a:off x="9258300" y="3219450"/>
            <a:ext cx="1828800" cy="38100"/>
          </a:xfrm>
          <a:prstGeom xmlns:a="http://schemas.openxmlformats.org/drawingml/2006/main" prst="rect">
            <a:avLst/>
          </a:prstGeom>
          <a:solidFill xmlns:a="http://schemas.openxmlformats.org/drawingml/2006/main">
            <a:srgbClr val="EE806C"/>
          </a:solidFill>
          <a:ln xmlns:a="http://schemas.openxmlformats.org/drawingml/2006/main" w="0">
            <a:noFill/>
            <a:prstDash val="solid"/>
          </a:ln>
        </p:spPr>
      </p:sp>
      <p:sp>
        <p:nvSpPr>
          <p:cNvPr id="22" name="node-title-4">
            <a:extLst xmlns:a="http://schemas.openxmlformats.org/drawingml/2006/main">
              <a:ext uri="{FF2B5EF4-FFF2-40B4-BE49-F238E27FC236}">
                <a16:creationId xmlns:a16="http://schemas.microsoft.com/office/drawing/2014/main" id="{86E4CA93-2474-413A-81AB-4EFB97DCE894}"/>
              </a:ext>
            </a:extLst>
          </p:cNvPr>
          <p:cNvSpPr>
            <a:spLocks xmlns:a="http://schemas.openxmlformats.org/drawingml/2006/main" noGrp="1"/>
          </p:cNvSpPr>
          <p:nvPr/>
        </p:nvSpPr>
        <p:spPr>
          <a:xfrm xmlns:a="http://schemas.openxmlformats.org/drawingml/2006/main">
            <a:off x="9258300" y="3448050"/>
            <a:ext cx="18383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A35"/>
                </a:solidFill>
                <a:latin typeface="Arial"/>
                <a:ea typeface="Arial"/>
                <a:cs typeface="Arial"/>
              </a:defRPr>
            </a:defPPr>
            <a:lvl1pPr algn="l">
              <a:defRPr sz="1725" b="1">
                <a:solidFill>
                  <a:srgbClr val="102A35"/>
                </a:solidFill>
                <a:latin typeface="Arial"/>
                <a:ea typeface="Arial"/>
                <a:cs typeface="Arial"/>
              </a:defRPr>
            </a:lvl1pPr>
            <a:lvl2pPr algn="l">
              <a:defRPr sz="1725" b="1">
                <a:solidFill>
                  <a:srgbClr val="102A35"/>
                </a:solidFill>
                <a:latin typeface="Arial"/>
                <a:ea typeface="Arial"/>
                <a:cs typeface="Arial"/>
              </a:defRPr>
            </a:lvl2pPr>
            <a:lvl3pPr algn="l">
              <a:defRPr sz="1725" b="1">
                <a:solidFill>
                  <a:srgbClr val="102A35"/>
                </a:solidFill>
                <a:latin typeface="Arial"/>
                <a:ea typeface="Arial"/>
                <a:cs typeface="Arial"/>
              </a:defRPr>
            </a:lvl3pPr>
            <a:lvl4pPr algn="l">
              <a:defRPr sz="1725" b="1">
                <a:solidFill>
                  <a:srgbClr val="102A35"/>
                </a:solidFill>
                <a:latin typeface="Arial"/>
                <a:ea typeface="Arial"/>
                <a:cs typeface="Arial"/>
              </a:defRPr>
            </a:lvl4pPr>
            <a:lvl5pPr algn="l">
              <a:defRPr sz="1725" b="1">
                <a:solidFill>
                  <a:srgbClr val="102A35"/>
                </a:solidFill>
                <a:latin typeface="Arial"/>
                <a:ea typeface="Arial"/>
                <a:cs typeface="Arial"/>
              </a:defRPr>
            </a:lvl5pPr>
            <a:lvl6pPr algn="l">
              <a:defRPr sz="1725" b="1">
                <a:solidFill>
                  <a:srgbClr val="102A35"/>
                </a:solidFill>
                <a:latin typeface="Arial"/>
                <a:ea typeface="Arial"/>
                <a:cs typeface="Arial"/>
              </a:defRPr>
            </a:lvl6pPr>
            <a:lvl7pPr algn="l">
              <a:defRPr sz="1725" b="1">
                <a:solidFill>
                  <a:srgbClr val="102A35"/>
                </a:solidFill>
                <a:latin typeface="Arial"/>
                <a:ea typeface="Arial"/>
                <a:cs typeface="Arial"/>
              </a:defRPr>
            </a:lvl7pPr>
            <a:lvl8pPr algn="l">
              <a:defRPr sz="1725" b="1">
                <a:solidFill>
                  <a:srgbClr val="102A35"/>
                </a:solidFill>
                <a:latin typeface="Arial"/>
                <a:ea typeface="Arial"/>
                <a:cs typeface="Arial"/>
              </a:defRPr>
            </a:lvl8pPr>
            <a:lvl9pPr algn="l">
              <a:defRPr sz="1725" b="1">
                <a:solidFill>
                  <a:srgbClr val="102A35"/>
                </a:solidFill>
                <a:latin typeface="Arial"/>
                <a:ea typeface="Arial"/>
                <a:cs typeface="Arial"/>
              </a:defRPr>
            </a:lvl9pPr>
          </a:lstStyle>
          <a:p xmlns:a="http://schemas.openxmlformats.org/drawingml/2006/main">
            <a:pPr algn="l">
              <a:lnSpc>
                <a:spcPct val="98000"/>
              </a:lnSpc>
              <a:buNone/>
              <a:defRPr sz="1725" b="1">
                <a:solidFill>
                  <a:srgbClr val="102A35"/>
                </a:solidFill>
                <a:latin typeface="Arial"/>
                <a:ea typeface="Arial"/>
                <a:cs typeface="Arial"/>
              </a:defRPr>
            </a:pPr>
            <a:r>
              <a:rPr sz="1725" b="1">
                <a:solidFill>
                  <a:srgbClr val="102A35"/>
                </a:solidFill>
                <a:latin typeface="Arial"/>
                <a:ea typeface="Arial"/>
                <a:cs typeface="Arial"/>
              </a:rPr>
              <a:t>Expert</a:t>
            </a:r>
          </a:p>
          <a:p xmlns:a="http://schemas.openxmlformats.org/drawingml/2006/main">
            <a:pPr algn="l">
              <a:lnSpc>
                <a:spcPct val="98000"/>
              </a:lnSpc>
              <a:buNone/>
              <a:defRPr sz="1725" b="1">
                <a:solidFill>
                  <a:srgbClr val="102A35"/>
                </a:solidFill>
                <a:latin typeface="Arial"/>
                <a:ea typeface="Arial"/>
                <a:cs typeface="Arial"/>
              </a:defRPr>
            </a:pPr>
            <a:r>
              <a:rPr sz="1725" b="1">
                <a:solidFill>
                  <a:srgbClr val="102A35"/>
                </a:solidFill>
                <a:latin typeface="Arial"/>
                <a:ea typeface="Arial"/>
                <a:cs typeface="Arial"/>
              </a:rPr>
              <a:t>evaluation</a:t>
            </a:r>
          </a:p>
        </p:txBody>
      </p:sp>
      <p:sp>
        <p:nvSpPr>
          <p:cNvPr id="23" name="node-small-4">
            <a:extLst xmlns:a="http://schemas.openxmlformats.org/drawingml/2006/main">
              <a:ext uri="{FF2B5EF4-FFF2-40B4-BE49-F238E27FC236}">
                <a16:creationId xmlns:a16="http://schemas.microsoft.com/office/drawing/2014/main" id="{D7D95816-2893-4987-86F3-92C7EBFFB4F1}"/>
              </a:ext>
            </a:extLst>
          </p:cNvPr>
          <p:cNvSpPr>
            <a:spLocks xmlns:a="http://schemas.openxmlformats.org/drawingml/2006/main" noGrp="1"/>
          </p:cNvSpPr>
          <p:nvPr/>
        </p:nvSpPr>
        <p:spPr>
          <a:xfrm xmlns:a="http://schemas.openxmlformats.org/drawingml/2006/main">
            <a:off x="9258300" y="4362450"/>
            <a:ext cx="18383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45606A"/>
                </a:solidFill>
                <a:latin typeface="Arial"/>
                <a:ea typeface="Arial"/>
                <a:cs typeface="Arial"/>
              </a:defRPr>
            </a:defPPr>
            <a:lvl1pPr algn="l">
              <a:defRPr sz="1275" b="0">
                <a:solidFill>
                  <a:srgbClr val="45606A"/>
                </a:solidFill>
                <a:latin typeface="Arial"/>
                <a:ea typeface="Arial"/>
                <a:cs typeface="Arial"/>
              </a:defRPr>
            </a:lvl1pPr>
            <a:lvl2pPr algn="l">
              <a:defRPr sz="1275" b="0">
                <a:solidFill>
                  <a:srgbClr val="45606A"/>
                </a:solidFill>
                <a:latin typeface="Arial"/>
                <a:ea typeface="Arial"/>
                <a:cs typeface="Arial"/>
              </a:defRPr>
            </a:lvl2pPr>
            <a:lvl3pPr algn="l">
              <a:defRPr sz="1275" b="0">
                <a:solidFill>
                  <a:srgbClr val="45606A"/>
                </a:solidFill>
                <a:latin typeface="Arial"/>
                <a:ea typeface="Arial"/>
                <a:cs typeface="Arial"/>
              </a:defRPr>
            </a:lvl3pPr>
            <a:lvl4pPr algn="l">
              <a:defRPr sz="1275" b="0">
                <a:solidFill>
                  <a:srgbClr val="45606A"/>
                </a:solidFill>
                <a:latin typeface="Arial"/>
                <a:ea typeface="Arial"/>
                <a:cs typeface="Arial"/>
              </a:defRPr>
            </a:lvl4pPr>
            <a:lvl5pPr algn="l">
              <a:defRPr sz="1275" b="0">
                <a:solidFill>
                  <a:srgbClr val="45606A"/>
                </a:solidFill>
                <a:latin typeface="Arial"/>
                <a:ea typeface="Arial"/>
                <a:cs typeface="Arial"/>
              </a:defRPr>
            </a:lvl5pPr>
            <a:lvl6pPr algn="l">
              <a:defRPr sz="1275" b="0">
                <a:solidFill>
                  <a:srgbClr val="45606A"/>
                </a:solidFill>
                <a:latin typeface="Arial"/>
                <a:ea typeface="Arial"/>
                <a:cs typeface="Arial"/>
              </a:defRPr>
            </a:lvl6pPr>
            <a:lvl7pPr algn="l">
              <a:defRPr sz="1275" b="0">
                <a:solidFill>
                  <a:srgbClr val="45606A"/>
                </a:solidFill>
                <a:latin typeface="Arial"/>
                <a:ea typeface="Arial"/>
                <a:cs typeface="Arial"/>
              </a:defRPr>
            </a:lvl7pPr>
            <a:lvl8pPr algn="l">
              <a:defRPr sz="1275" b="0">
                <a:solidFill>
                  <a:srgbClr val="45606A"/>
                </a:solidFill>
                <a:latin typeface="Arial"/>
                <a:ea typeface="Arial"/>
                <a:cs typeface="Arial"/>
              </a:defRPr>
            </a:lvl8pPr>
            <a:lvl9pPr algn="l">
              <a:defRPr sz="1275" b="0">
                <a:solidFill>
                  <a:srgbClr val="45606A"/>
                </a:solidFill>
                <a:latin typeface="Arial"/>
                <a:ea typeface="Arial"/>
                <a:cs typeface="Arial"/>
              </a:defRPr>
            </a:lvl9pPr>
          </a:lstStyle>
          <a:p xmlns:a="http://schemas.openxmlformats.org/drawingml/2006/main">
            <a:pPr algn="l">
              <a:lnSpc>
                <a:spcPct val="105000"/>
              </a:lnSpc>
              <a:buNone/>
              <a:defRPr sz="1275" b="0">
                <a:solidFill>
                  <a:srgbClr val="45606A"/>
                </a:solidFill>
                <a:latin typeface="Arial"/>
                <a:ea typeface="Arial"/>
                <a:cs typeface="Arial"/>
              </a:defRPr>
            </a:pPr>
            <a:r>
              <a:rPr sz="1275" b="0">
                <a:solidFill>
                  <a:srgbClr val="45606A"/>
                </a:solidFill>
                <a:latin typeface="Arial"/>
                <a:ea typeface="Arial"/>
                <a:cs typeface="Arial"/>
              </a:rPr>
              <a:t>Errors + correction</a:t>
            </a:r>
          </a:p>
        </p:txBody>
      </p:sp>
      <p:sp>
        <p:nvSpPr>
          <p:cNvPr id="24" name="divider">
            <a:extLst xmlns:a="http://schemas.openxmlformats.org/drawingml/2006/main">
              <a:ext uri="{FF2B5EF4-FFF2-40B4-BE49-F238E27FC236}">
                <a16:creationId xmlns:a16="http://schemas.microsoft.com/office/drawing/2014/main" id="{65DBDECA-8D23-473E-B0D7-CE1D8DAC63CD}"/>
              </a:ext>
            </a:extLst>
          </p:cNvPr>
          <p:cNvSpPr>
            <a:spLocks xmlns:a="http://schemas.openxmlformats.org/drawingml/2006/main" noGrp="1"/>
          </p:cNvSpPr>
          <p:nvPr/>
        </p:nvSpPr>
        <p:spPr>
          <a:xfrm xmlns:a="http://schemas.openxmlformats.org/drawingml/2006/main">
            <a:off x="723900" y="5095875"/>
            <a:ext cx="10591800" cy="19050"/>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25" name="system-status">
            <a:extLst xmlns:a="http://schemas.openxmlformats.org/drawingml/2006/main">
              <a:ext uri="{FF2B5EF4-FFF2-40B4-BE49-F238E27FC236}">
                <a16:creationId xmlns:a16="http://schemas.microsoft.com/office/drawing/2014/main" id="{E98FAF89-DE4C-4E18-A434-ADC148B52C42}"/>
              </a:ext>
            </a:extLst>
          </p:cNvPr>
          <p:cNvSpPr>
            <a:spLocks xmlns:a="http://schemas.openxmlformats.org/drawingml/2006/main" noGrp="1"/>
          </p:cNvSpPr>
          <p:nvPr/>
        </p:nvSpPr>
        <p:spPr>
          <a:xfrm xmlns:a="http://schemas.openxmlformats.org/drawingml/2006/main">
            <a:off x="723900" y="5343525"/>
            <a:ext cx="1047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102A35"/>
                </a:solidFill>
                <a:latin typeface="Arial"/>
                <a:ea typeface="Arial"/>
                <a:cs typeface="Arial"/>
              </a:defRPr>
            </a:defPPr>
            <a:lvl1pPr algn="l">
              <a:defRPr sz="1500" b="1">
                <a:solidFill>
                  <a:srgbClr val="102A35"/>
                </a:solidFill>
                <a:latin typeface="Arial"/>
                <a:ea typeface="Arial"/>
                <a:cs typeface="Arial"/>
              </a:defRPr>
            </a:lvl1pPr>
            <a:lvl2pPr algn="l">
              <a:defRPr sz="1500" b="1">
                <a:solidFill>
                  <a:srgbClr val="102A35"/>
                </a:solidFill>
                <a:latin typeface="Arial"/>
                <a:ea typeface="Arial"/>
                <a:cs typeface="Arial"/>
              </a:defRPr>
            </a:lvl2pPr>
            <a:lvl3pPr algn="l">
              <a:defRPr sz="1500" b="1">
                <a:solidFill>
                  <a:srgbClr val="102A35"/>
                </a:solidFill>
                <a:latin typeface="Arial"/>
                <a:ea typeface="Arial"/>
                <a:cs typeface="Arial"/>
              </a:defRPr>
            </a:lvl3pPr>
            <a:lvl4pPr algn="l">
              <a:defRPr sz="1500" b="1">
                <a:solidFill>
                  <a:srgbClr val="102A35"/>
                </a:solidFill>
                <a:latin typeface="Arial"/>
                <a:ea typeface="Arial"/>
                <a:cs typeface="Arial"/>
              </a:defRPr>
            </a:lvl4pPr>
            <a:lvl5pPr algn="l">
              <a:defRPr sz="1500" b="1">
                <a:solidFill>
                  <a:srgbClr val="102A35"/>
                </a:solidFill>
                <a:latin typeface="Arial"/>
                <a:ea typeface="Arial"/>
                <a:cs typeface="Arial"/>
              </a:defRPr>
            </a:lvl5pPr>
            <a:lvl6pPr algn="l">
              <a:defRPr sz="1500" b="1">
                <a:solidFill>
                  <a:srgbClr val="102A35"/>
                </a:solidFill>
                <a:latin typeface="Arial"/>
                <a:ea typeface="Arial"/>
                <a:cs typeface="Arial"/>
              </a:defRPr>
            </a:lvl6pPr>
            <a:lvl7pPr algn="l">
              <a:defRPr sz="1500" b="1">
                <a:solidFill>
                  <a:srgbClr val="102A35"/>
                </a:solidFill>
                <a:latin typeface="Arial"/>
                <a:ea typeface="Arial"/>
                <a:cs typeface="Arial"/>
              </a:defRPr>
            </a:lvl7pPr>
            <a:lvl8pPr algn="l">
              <a:defRPr sz="1500" b="1">
                <a:solidFill>
                  <a:srgbClr val="102A35"/>
                </a:solidFill>
                <a:latin typeface="Arial"/>
                <a:ea typeface="Arial"/>
                <a:cs typeface="Arial"/>
              </a:defRPr>
            </a:lvl8pPr>
            <a:lvl9pPr algn="l">
              <a:defRPr sz="1500" b="1">
                <a:solidFill>
                  <a:srgbClr val="102A35"/>
                </a:solidFill>
                <a:latin typeface="Arial"/>
                <a:ea typeface="Arial"/>
                <a:cs typeface="Arial"/>
              </a:defRPr>
            </a:lvl9pPr>
          </a:lstStyle>
          <a:p xmlns:a="http://schemas.openxmlformats.org/drawingml/2006/main">
            <a:pPr algn="l">
              <a:lnSpc>
                <a:spcPct val="108000"/>
              </a:lnSpc>
              <a:buNone/>
              <a:defRPr sz="1500" b="1">
                <a:solidFill>
                  <a:srgbClr val="102A35"/>
                </a:solidFill>
                <a:latin typeface="Arial"/>
                <a:ea typeface="Arial"/>
                <a:cs typeface="Arial"/>
              </a:defRPr>
            </a:pPr>
            <a:r>
              <a:rPr sz="1500" b="1">
                <a:solidFill>
                  <a:srgbClr val="102A35"/>
                </a:solidFill>
                <a:latin typeface="Arial"/>
                <a:ea typeface="Arial"/>
                <a:cs typeface="Arial"/>
              </a:rPr>
              <a:t>Current: source/proof schemas and verifier scaffold.  |  Build next: lawful corpus, retrieval, temporal mapping, entailment checks, evaluation.</a:t>
            </a:r>
          </a:p>
        </p:txBody>
      </p:sp>
    </p:spTree>
    <p:extLst>
      <p:ext uri="{BB962C8B-B14F-4D97-AF65-F5344CB8AC3E}">
        <p14:creationId xmlns:p14="http://schemas.microsoft.com/office/powerpoint/2010/main" val="1998767263"/>
      </p:ext>
    </p:extLst>
  </p:cSld>
</p:sld>
</file>

<file path=ppt/slides/slide6.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21" name="section-label">
            <a:extLst xmlns:a="http://schemas.openxmlformats.org/drawingml/2006/main">
              <a:ext uri="{FF2B5EF4-FFF2-40B4-BE49-F238E27FC236}">
                <a16:creationId xmlns:a16="http://schemas.microsoft.com/office/drawing/2014/main" id="{01769B27-F120-46BD-820E-08DAB5189C4B}"/>
              </a:ext>
            </a:extLst>
          </p:cNvPr>
          <p:cNvSpPr>
            <a:spLocks xmlns:a="http://schemas.openxmlformats.org/drawingml/2006/main" noGrp="1"/>
          </p:cNvSpPr>
          <p:nvPr/>
        </p:nvSpPr>
        <p:spPr>
          <a:xfrm xmlns:a="http://schemas.openxmlformats.org/drawingml/2006/main">
            <a:off x="685800" y="4381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87F82"/>
                </a:solidFill>
                <a:latin typeface="Arial"/>
                <a:ea typeface="Arial"/>
                <a:cs typeface="Arial"/>
              </a:defRPr>
            </a:defPPr>
            <a:lvl1pPr algn="l">
              <a:defRPr sz="1125" b="1">
                <a:solidFill>
                  <a:srgbClr val="087F82"/>
                </a:solidFill>
                <a:latin typeface="Arial"/>
                <a:ea typeface="Arial"/>
                <a:cs typeface="Arial"/>
              </a:defRPr>
            </a:lvl1pPr>
            <a:lvl2pPr algn="l">
              <a:defRPr sz="1125" b="1">
                <a:solidFill>
                  <a:srgbClr val="087F82"/>
                </a:solidFill>
                <a:latin typeface="Arial"/>
                <a:ea typeface="Arial"/>
                <a:cs typeface="Arial"/>
              </a:defRPr>
            </a:lvl2pPr>
            <a:lvl3pPr algn="l">
              <a:defRPr sz="1125" b="1">
                <a:solidFill>
                  <a:srgbClr val="087F82"/>
                </a:solidFill>
                <a:latin typeface="Arial"/>
                <a:ea typeface="Arial"/>
                <a:cs typeface="Arial"/>
              </a:defRPr>
            </a:lvl3pPr>
            <a:lvl4pPr algn="l">
              <a:defRPr sz="1125" b="1">
                <a:solidFill>
                  <a:srgbClr val="087F82"/>
                </a:solidFill>
                <a:latin typeface="Arial"/>
                <a:ea typeface="Arial"/>
                <a:cs typeface="Arial"/>
              </a:defRPr>
            </a:lvl4pPr>
            <a:lvl5pPr algn="l">
              <a:defRPr sz="1125" b="1">
                <a:solidFill>
                  <a:srgbClr val="087F82"/>
                </a:solidFill>
                <a:latin typeface="Arial"/>
                <a:ea typeface="Arial"/>
                <a:cs typeface="Arial"/>
              </a:defRPr>
            </a:lvl5pPr>
            <a:lvl6pPr algn="l">
              <a:defRPr sz="1125" b="1">
                <a:solidFill>
                  <a:srgbClr val="087F82"/>
                </a:solidFill>
                <a:latin typeface="Arial"/>
                <a:ea typeface="Arial"/>
                <a:cs typeface="Arial"/>
              </a:defRPr>
            </a:lvl6pPr>
            <a:lvl7pPr algn="l">
              <a:defRPr sz="1125" b="1">
                <a:solidFill>
                  <a:srgbClr val="087F82"/>
                </a:solidFill>
                <a:latin typeface="Arial"/>
                <a:ea typeface="Arial"/>
                <a:cs typeface="Arial"/>
              </a:defRPr>
            </a:lvl7pPr>
            <a:lvl8pPr algn="l">
              <a:defRPr sz="1125" b="1">
                <a:solidFill>
                  <a:srgbClr val="087F82"/>
                </a:solidFill>
                <a:latin typeface="Arial"/>
                <a:ea typeface="Arial"/>
                <a:cs typeface="Arial"/>
              </a:defRPr>
            </a:lvl8pPr>
            <a:lvl9pPr algn="l">
              <a:defRPr sz="1125" b="1">
                <a:solidFill>
                  <a:srgbClr val="087F82"/>
                </a:solidFill>
                <a:latin typeface="Arial"/>
                <a:ea typeface="Arial"/>
                <a:cs typeface="Arial"/>
              </a:defRPr>
            </a:lvl9pPr>
          </a:lstStyle>
          <a:p xmlns:a="http://schemas.openxmlformats.org/drawingml/2006/main">
            <a:pPr algn="l">
              <a:lnSpc>
                <a:spcPct val="105000"/>
              </a:lnSpc>
              <a:buNone/>
              <a:defRPr sz="1125" b="1">
                <a:solidFill>
                  <a:srgbClr val="087F82"/>
                </a:solidFill>
                <a:latin typeface="Arial"/>
                <a:ea typeface="Arial"/>
                <a:cs typeface="Arial"/>
              </a:defRPr>
            </a:pPr>
            <a:r>
              <a:rPr sz="1125" b="1">
                <a:solidFill>
                  <a:srgbClr val="087F82"/>
                </a:solidFill>
                <a:latin typeface="Arial"/>
                <a:ea typeface="Arial"/>
                <a:cs typeface="Arial"/>
              </a:rPr>
              <a:t>WHY IT CAN BECOME HARD TO COPY</a:t>
            </a:r>
          </a:p>
        </p:txBody>
      </p:sp>
      <p:sp>
        <p:nvSpPr>
          <p:cNvPr id="2" name="slide-title">
            <a:extLst xmlns:a="http://schemas.openxmlformats.org/drawingml/2006/main">
              <a:ext uri="{FF2B5EF4-FFF2-40B4-BE49-F238E27FC236}">
                <a16:creationId xmlns:a16="http://schemas.microsoft.com/office/drawing/2014/main" id="{88E59C81-3BA8-4CE8-87E4-3CA900923D7A}"/>
              </a:ext>
            </a:extLst>
          </p:cNvPr>
          <p:cNvSpPr>
            <a:spLocks xmlns:a="http://schemas.openxmlformats.org/drawingml/2006/main" noGrp="1"/>
          </p:cNvSpPr>
          <p:nvPr/>
        </p:nvSpPr>
        <p:spPr>
          <a:xfrm xmlns:a="http://schemas.openxmlformats.org/drawingml/2006/main">
            <a:off x="685800" y="790575"/>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2A35"/>
                </a:solidFill>
                <a:latin typeface="Arial"/>
                <a:ea typeface="Arial"/>
                <a:cs typeface="Arial"/>
              </a:defRPr>
            </a:defPPr>
            <a:lvl1pPr algn="l">
              <a:defRPr sz="3225" b="1">
                <a:solidFill>
                  <a:srgbClr val="102A35"/>
                </a:solidFill>
                <a:latin typeface="Arial"/>
                <a:ea typeface="Arial"/>
                <a:cs typeface="Arial"/>
              </a:defRPr>
            </a:lvl1pPr>
            <a:lvl2pPr algn="l">
              <a:defRPr sz="3225" b="1">
                <a:solidFill>
                  <a:srgbClr val="102A35"/>
                </a:solidFill>
                <a:latin typeface="Arial"/>
                <a:ea typeface="Arial"/>
                <a:cs typeface="Arial"/>
              </a:defRPr>
            </a:lvl2pPr>
            <a:lvl3pPr algn="l">
              <a:defRPr sz="3225" b="1">
                <a:solidFill>
                  <a:srgbClr val="102A35"/>
                </a:solidFill>
                <a:latin typeface="Arial"/>
                <a:ea typeface="Arial"/>
                <a:cs typeface="Arial"/>
              </a:defRPr>
            </a:lvl3pPr>
            <a:lvl4pPr algn="l">
              <a:defRPr sz="3225" b="1">
                <a:solidFill>
                  <a:srgbClr val="102A35"/>
                </a:solidFill>
                <a:latin typeface="Arial"/>
                <a:ea typeface="Arial"/>
                <a:cs typeface="Arial"/>
              </a:defRPr>
            </a:lvl4pPr>
            <a:lvl5pPr algn="l">
              <a:defRPr sz="3225" b="1">
                <a:solidFill>
                  <a:srgbClr val="102A35"/>
                </a:solidFill>
                <a:latin typeface="Arial"/>
                <a:ea typeface="Arial"/>
                <a:cs typeface="Arial"/>
              </a:defRPr>
            </a:lvl5pPr>
            <a:lvl6pPr algn="l">
              <a:defRPr sz="3225" b="1">
                <a:solidFill>
                  <a:srgbClr val="102A35"/>
                </a:solidFill>
                <a:latin typeface="Arial"/>
                <a:ea typeface="Arial"/>
                <a:cs typeface="Arial"/>
              </a:defRPr>
            </a:lvl6pPr>
            <a:lvl7pPr algn="l">
              <a:defRPr sz="3225" b="1">
                <a:solidFill>
                  <a:srgbClr val="102A35"/>
                </a:solidFill>
                <a:latin typeface="Arial"/>
                <a:ea typeface="Arial"/>
                <a:cs typeface="Arial"/>
              </a:defRPr>
            </a:lvl7pPr>
            <a:lvl8pPr algn="l">
              <a:defRPr sz="3225" b="1">
                <a:solidFill>
                  <a:srgbClr val="102A35"/>
                </a:solidFill>
                <a:latin typeface="Arial"/>
                <a:ea typeface="Arial"/>
                <a:cs typeface="Arial"/>
              </a:defRPr>
            </a:lvl8pPr>
            <a:lvl9pPr algn="l">
              <a:defRPr sz="3225" b="1">
                <a:solidFill>
                  <a:srgbClr val="102A35"/>
                </a:solidFill>
                <a:latin typeface="Arial"/>
                <a:ea typeface="Arial"/>
                <a:cs typeface="Arial"/>
              </a:defRPr>
            </a:lvl9pPr>
          </a:lstStyle>
          <a:p xmlns:a="http://schemas.openxmlformats.org/drawingml/2006/main">
            <a:pPr algn="l">
              <a:lnSpc>
                <a:spcPct val="98000"/>
              </a:lnSpc>
              <a:buNone/>
              <a:defRPr sz="3225" b="1">
                <a:solidFill>
                  <a:srgbClr val="102A35"/>
                </a:solidFill>
                <a:latin typeface="Arial"/>
                <a:ea typeface="Arial"/>
                <a:cs typeface="Arial"/>
              </a:defRPr>
            </a:pPr>
            <a:r>
              <a:rPr sz="3225" b="1">
                <a:solidFill>
                  <a:srgbClr val="102A35"/>
                </a:solidFill>
                <a:latin typeface="Arial"/>
                <a:ea typeface="Arial"/>
                <a:cs typeface="Arial"/>
              </a:rPr>
              <a:t>Defensibility compounds through evidence quality</a:t>
            </a:r>
          </a:p>
        </p:txBody>
      </p:sp>
      <p:sp>
        <p:nvSpPr>
          <p:cNvPr id="3" name="moat-head">
            <a:extLst xmlns:a="http://schemas.openxmlformats.org/drawingml/2006/main">
              <a:ext uri="{FF2B5EF4-FFF2-40B4-BE49-F238E27FC236}">
                <a16:creationId xmlns:a16="http://schemas.microsoft.com/office/drawing/2014/main" id="{D0E8DF67-E16D-467D-B29B-AF87CF3AFBD8}"/>
              </a:ext>
            </a:extLst>
          </p:cNvPr>
          <p:cNvSpPr>
            <a:spLocks xmlns:a="http://schemas.openxmlformats.org/drawingml/2006/main" noGrp="1"/>
          </p:cNvSpPr>
          <p:nvPr/>
        </p:nvSpPr>
        <p:spPr>
          <a:xfrm xmlns:a="http://schemas.openxmlformats.org/drawingml/2006/main">
            <a:off x="723900" y="1790700"/>
            <a:ext cx="1047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02A35"/>
                </a:solidFill>
                <a:latin typeface="Arial"/>
                <a:ea typeface="Arial"/>
                <a:cs typeface="Arial"/>
              </a:defRPr>
            </a:defPPr>
            <a:lvl1pPr algn="l">
              <a:defRPr sz="2025" b="1">
                <a:solidFill>
                  <a:srgbClr val="102A35"/>
                </a:solidFill>
                <a:latin typeface="Arial"/>
                <a:ea typeface="Arial"/>
                <a:cs typeface="Arial"/>
              </a:defRPr>
            </a:lvl1pPr>
            <a:lvl2pPr algn="l">
              <a:defRPr sz="2025" b="1">
                <a:solidFill>
                  <a:srgbClr val="102A35"/>
                </a:solidFill>
                <a:latin typeface="Arial"/>
                <a:ea typeface="Arial"/>
                <a:cs typeface="Arial"/>
              </a:defRPr>
            </a:lvl2pPr>
            <a:lvl3pPr algn="l">
              <a:defRPr sz="2025" b="1">
                <a:solidFill>
                  <a:srgbClr val="102A35"/>
                </a:solidFill>
                <a:latin typeface="Arial"/>
                <a:ea typeface="Arial"/>
                <a:cs typeface="Arial"/>
              </a:defRPr>
            </a:lvl3pPr>
            <a:lvl4pPr algn="l">
              <a:defRPr sz="2025" b="1">
                <a:solidFill>
                  <a:srgbClr val="102A35"/>
                </a:solidFill>
                <a:latin typeface="Arial"/>
                <a:ea typeface="Arial"/>
                <a:cs typeface="Arial"/>
              </a:defRPr>
            </a:lvl4pPr>
            <a:lvl5pPr algn="l">
              <a:defRPr sz="2025" b="1">
                <a:solidFill>
                  <a:srgbClr val="102A35"/>
                </a:solidFill>
                <a:latin typeface="Arial"/>
                <a:ea typeface="Arial"/>
                <a:cs typeface="Arial"/>
              </a:defRPr>
            </a:lvl5pPr>
            <a:lvl6pPr algn="l">
              <a:defRPr sz="2025" b="1">
                <a:solidFill>
                  <a:srgbClr val="102A35"/>
                </a:solidFill>
                <a:latin typeface="Arial"/>
                <a:ea typeface="Arial"/>
                <a:cs typeface="Arial"/>
              </a:defRPr>
            </a:lvl6pPr>
            <a:lvl7pPr algn="l">
              <a:defRPr sz="2025" b="1">
                <a:solidFill>
                  <a:srgbClr val="102A35"/>
                </a:solidFill>
                <a:latin typeface="Arial"/>
                <a:ea typeface="Arial"/>
                <a:cs typeface="Arial"/>
              </a:defRPr>
            </a:lvl7pPr>
            <a:lvl8pPr algn="l">
              <a:defRPr sz="2025" b="1">
                <a:solidFill>
                  <a:srgbClr val="102A35"/>
                </a:solidFill>
                <a:latin typeface="Arial"/>
                <a:ea typeface="Arial"/>
                <a:cs typeface="Arial"/>
              </a:defRPr>
            </a:lvl8pPr>
            <a:lvl9pPr algn="l">
              <a:defRPr sz="2025" b="1">
                <a:solidFill>
                  <a:srgbClr val="102A35"/>
                </a:solidFill>
                <a:latin typeface="Arial"/>
                <a:ea typeface="Arial"/>
                <a:cs typeface="Arial"/>
              </a:defRPr>
            </a:lvl9pPr>
          </a:lstStyle>
          <a:p xmlns:a="http://schemas.openxmlformats.org/drawingml/2006/main">
            <a:pPr algn="l">
              <a:lnSpc>
                <a:spcPct val="104000"/>
              </a:lnSpc>
              <a:buNone/>
              <a:defRPr sz="2025" b="1">
                <a:solidFill>
                  <a:srgbClr val="102A35"/>
                </a:solidFill>
                <a:latin typeface="Arial"/>
                <a:ea typeface="Arial"/>
                <a:cs typeface="Arial"/>
              </a:defRPr>
            </a:pPr>
            <a:r>
              <a:rPr sz="2025" b="1">
                <a:solidFill>
                  <a:srgbClr val="102A35"/>
                </a:solidFill>
                <a:latin typeface="Arial"/>
                <a:ea typeface="Arial"/>
                <a:cs typeface="Arial"/>
              </a:rPr>
              <a:t>The asset is the traceable link between a legal claim and the right source at the right time.</a:t>
            </a:r>
          </a:p>
        </p:txBody>
      </p:sp>
      <p:sp>
        <p:nvSpPr>
          <p:cNvPr id="4" name="moat-tone-0">
            <a:extLst xmlns:a="http://schemas.openxmlformats.org/drawingml/2006/main">
              <a:ext uri="{FF2B5EF4-FFF2-40B4-BE49-F238E27FC236}">
                <a16:creationId xmlns:a16="http://schemas.microsoft.com/office/drawing/2014/main" id="{A5A72D79-4506-486E-A314-FEE19E542AEE}"/>
              </a:ext>
            </a:extLst>
          </p:cNvPr>
          <p:cNvSpPr>
            <a:spLocks xmlns:a="http://schemas.openxmlformats.org/drawingml/2006/main" noGrp="1"/>
          </p:cNvSpPr>
          <p:nvPr/>
        </p:nvSpPr>
        <p:spPr>
          <a:xfrm xmlns:a="http://schemas.openxmlformats.org/drawingml/2006/main">
            <a:off x="723900" y="2895600"/>
            <a:ext cx="85725" cy="428625"/>
          </a:xfrm>
          <a:prstGeom xmlns:a="http://schemas.openxmlformats.org/drawingml/2006/main" prst="rect">
            <a:avLst/>
          </a:prstGeom>
          <a:solidFill xmlns:a="http://schemas.openxmlformats.org/drawingml/2006/main">
            <a:srgbClr val="087F82"/>
          </a:solidFill>
          <a:ln xmlns:a="http://schemas.openxmlformats.org/drawingml/2006/main" w="0">
            <a:noFill/>
            <a:prstDash val="solid"/>
          </a:ln>
        </p:spPr>
      </p:sp>
      <p:sp>
        <p:nvSpPr>
          <p:cNvPr id="5" name="moat-head-0">
            <a:extLst xmlns:a="http://schemas.openxmlformats.org/drawingml/2006/main">
              <a:ext uri="{FF2B5EF4-FFF2-40B4-BE49-F238E27FC236}">
                <a16:creationId xmlns:a16="http://schemas.microsoft.com/office/drawing/2014/main" id="{C47DA09D-4C96-4C03-BBDF-3A261C773F84}"/>
              </a:ext>
            </a:extLst>
          </p:cNvPr>
          <p:cNvSpPr>
            <a:spLocks xmlns:a="http://schemas.openxmlformats.org/drawingml/2006/main" noGrp="1"/>
          </p:cNvSpPr>
          <p:nvPr/>
        </p:nvSpPr>
        <p:spPr>
          <a:xfrm xmlns:a="http://schemas.openxmlformats.org/drawingml/2006/main">
            <a:off x="1028700" y="28765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02A35"/>
                </a:solidFill>
                <a:latin typeface="Arial"/>
                <a:ea typeface="Arial"/>
                <a:cs typeface="Arial"/>
              </a:defRPr>
            </a:defPPr>
            <a:lvl1pPr algn="l">
              <a:defRPr sz="1650" b="1">
                <a:solidFill>
                  <a:srgbClr val="102A35"/>
                </a:solidFill>
                <a:latin typeface="Arial"/>
                <a:ea typeface="Arial"/>
                <a:cs typeface="Arial"/>
              </a:defRPr>
            </a:lvl1pPr>
            <a:lvl2pPr algn="l">
              <a:defRPr sz="1650" b="1">
                <a:solidFill>
                  <a:srgbClr val="102A35"/>
                </a:solidFill>
                <a:latin typeface="Arial"/>
                <a:ea typeface="Arial"/>
                <a:cs typeface="Arial"/>
              </a:defRPr>
            </a:lvl2pPr>
            <a:lvl3pPr algn="l">
              <a:defRPr sz="1650" b="1">
                <a:solidFill>
                  <a:srgbClr val="102A35"/>
                </a:solidFill>
                <a:latin typeface="Arial"/>
                <a:ea typeface="Arial"/>
                <a:cs typeface="Arial"/>
              </a:defRPr>
            </a:lvl3pPr>
            <a:lvl4pPr algn="l">
              <a:defRPr sz="1650" b="1">
                <a:solidFill>
                  <a:srgbClr val="102A35"/>
                </a:solidFill>
                <a:latin typeface="Arial"/>
                <a:ea typeface="Arial"/>
                <a:cs typeface="Arial"/>
              </a:defRPr>
            </a:lvl4pPr>
            <a:lvl5pPr algn="l">
              <a:defRPr sz="1650" b="1">
                <a:solidFill>
                  <a:srgbClr val="102A35"/>
                </a:solidFill>
                <a:latin typeface="Arial"/>
                <a:ea typeface="Arial"/>
                <a:cs typeface="Arial"/>
              </a:defRPr>
            </a:lvl5pPr>
            <a:lvl6pPr algn="l">
              <a:defRPr sz="1650" b="1">
                <a:solidFill>
                  <a:srgbClr val="102A35"/>
                </a:solidFill>
                <a:latin typeface="Arial"/>
                <a:ea typeface="Arial"/>
                <a:cs typeface="Arial"/>
              </a:defRPr>
            </a:lvl6pPr>
            <a:lvl7pPr algn="l">
              <a:defRPr sz="1650" b="1">
                <a:solidFill>
                  <a:srgbClr val="102A35"/>
                </a:solidFill>
                <a:latin typeface="Arial"/>
                <a:ea typeface="Arial"/>
                <a:cs typeface="Arial"/>
              </a:defRPr>
            </a:lvl7pPr>
            <a:lvl8pPr algn="l">
              <a:defRPr sz="1650" b="1">
                <a:solidFill>
                  <a:srgbClr val="102A35"/>
                </a:solidFill>
                <a:latin typeface="Arial"/>
                <a:ea typeface="Arial"/>
                <a:cs typeface="Arial"/>
              </a:defRPr>
            </a:lvl8pPr>
            <a:lvl9pPr algn="l">
              <a:defRPr sz="1650" b="1">
                <a:solidFill>
                  <a:srgbClr val="102A35"/>
                </a:solidFill>
                <a:latin typeface="Arial"/>
                <a:ea typeface="Arial"/>
                <a:cs typeface="Arial"/>
              </a:defRPr>
            </a:lvl9pPr>
          </a:lstStyle>
          <a:p xmlns:a="http://schemas.openxmlformats.org/drawingml/2006/main">
            <a:pPr algn="l">
              <a:lnSpc>
                <a:spcPct val="105000"/>
              </a:lnSpc>
              <a:buNone/>
              <a:defRPr sz="1650" b="1">
                <a:solidFill>
                  <a:srgbClr val="102A35"/>
                </a:solidFill>
                <a:latin typeface="Arial"/>
                <a:ea typeface="Arial"/>
                <a:cs typeface="Arial"/>
              </a:defRPr>
            </a:pPr>
            <a:r>
              <a:rPr sz="1650" b="1">
                <a:solidFill>
                  <a:srgbClr val="102A35"/>
                </a:solidFill>
                <a:latin typeface="Arial"/>
                <a:ea typeface="Arial"/>
                <a:cs typeface="Arial"/>
              </a:rPr>
              <a:t>Source rights</a:t>
            </a:r>
          </a:p>
        </p:txBody>
      </p:sp>
      <p:sp>
        <p:nvSpPr>
          <p:cNvPr id="6" name="moat-body-0">
            <a:extLst xmlns:a="http://schemas.openxmlformats.org/drawingml/2006/main">
              <a:ext uri="{FF2B5EF4-FFF2-40B4-BE49-F238E27FC236}">
                <a16:creationId xmlns:a16="http://schemas.microsoft.com/office/drawing/2014/main" id="{75ABDC23-D10D-4CDC-9C92-C5A6EBB9B492}"/>
              </a:ext>
            </a:extLst>
          </p:cNvPr>
          <p:cNvSpPr>
            <a:spLocks xmlns:a="http://schemas.openxmlformats.org/drawingml/2006/main" noGrp="1"/>
          </p:cNvSpPr>
          <p:nvPr/>
        </p:nvSpPr>
        <p:spPr>
          <a:xfrm xmlns:a="http://schemas.openxmlformats.org/drawingml/2006/main">
            <a:off x="3857625" y="2886075"/>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5606A"/>
                </a:solidFill>
                <a:latin typeface="Arial"/>
                <a:ea typeface="Arial"/>
                <a:cs typeface="Arial"/>
              </a:defRPr>
            </a:defPPr>
            <a:lvl1pPr algn="l">
              <a:defRPr sz="1425" b="0">
                <a:solidFill>
                  <a:srgbClr val="45606A"/>
                </a:solidFill>
                <a:latin typeface="Arial"/>
                <a:ea typeface="Arial"/>
                <a:cs typeface="Arial"/>
              </a:defRPr>
            </a:lvl1pPr>
            <a:lvl2pPr algn="l">
              <a:defRPr sz="1425" b="0">
                <a:solidFill>
                  <a:srgbClr val="45606A"/>
                </a:solidFill>
                <a:latin typeface="Arial"/>
                <a:ea typeface="Arial"/>
                <a:cs typeface="Arial"/>
              </a:defRPr>
            </a:lvl2pPr>
            <a:lvl3pPr algn="l">
              <a:defRPr sz="1425" b="0">
                <a:solidFill>
                  <a:srgbClr val="45606A"/>
                </a:solidFill>
                <a:latin typeface="Arial"/>
                <a:ea typeface="Arial"/>
                <a:cs typeface="Arial"/>
              </a:defRPr>
            </a:lvl3pPr>
            <a:lvl4pPr algn="l">
              <a:defRPr sz="1425" b="0">
                <a:solidFill>
                  <a:srgbClr val="45606A"/>
                </a:solidFill>
                <a:latin typeface="Arial"/>
                <a:ea typeface="Arial"/>
                <a:cs typeface="Arial"/>
              </a:defRPr>
            </a:lvl4pPr>
            <a:lvl5pPr algn="l">
              <a:defRPr sz="1425" b="0">
                <a:solidFill>
                  <a:srgbClr val="45606A"/>
                </a:solidFill>
                <a:latin typeface="Arial"/>
                <a:ea typeface="Arial"/>
                <a:cs typeface="Arial"/>
              </a:defRPr>
            </a:lvl5pPr>
            <a:lvl6pPr algn="l">
              <a:defRPr sz="1425" b="0">
                <a:solidFill>
                  <a:srgbClr val="45606A"/>
                </a:solidFill>
                <a:latin typeface="Arial"/>
                <a:ea typeface="Arial"/>
                <a:cs typeface="Arial"/>
              </a:defRPr>
            </a:lvl6pPr>
            <a:lvl7pPr algn="l">
              <a:defRPr sz="1425" b="0">
                <a:solidFill>
                  <a:srgbClr val="45606A"/>
                </a:solidFill>
                <a:latin typeface="Arial"/>
                <a:ea typeface="Arial"/>
                <a:cs typeface="Arial"/>
              </a:defRPr>
            </a:lvl7pPr>
            <a:lvl8pPr algn="l">
              <a:defRPr sz="1425" b="0">
                <a:solidFill>
                  <a:srgbClr val="45606A"/>
                </a:solidFill>
                <a:latin typeface="Arial"/>
                <a:ea typeface="Arial"/>
                <a:cs typeface="Arial"/>
              </a:defRPr>
            </a:lvl8pPr>
            <a:lvl9pPr algn="l">
              <a:defRPr sz="1425" b="0">
                <a:solidFill>
                  <a:srgbClr val="45606A"/>
                </a:solidFill>
                <a:latin typeface="Arial"/>
                <a:ea typeface="Arial"/>
                <a:cs typeface="Arial"/>
              </a:defRPr>
            </a:lvl9pPr>
          </a:lstStyle>
          <a:p xmlns:a="http://schemas.openxmlformats.org/drawingml/2006/main">
            <a:pPr algn="l">
              <a:lnSpc>
                <a:spcPct val="105000"/>
              </a:lnSpc>
              <a:buNone/>
              <a:defRPr sz="1425" b="0">
                <a:solidFill>
                  <a:srgbClr val="45606A"/>
                </a:solidFill>
                <a:latin typeface="Arial"/>
                <a:ea typeface="Arial"/>
                <a:cs typeface="Arial"/>
              </a:defRPr>
            </a:pPr>
            <a:r>
              <a:rPr sz="1425" b="0">
                <a:solidFill>
                  <a:srgbClr val="45606A"/>
                </a:solidFill>
                <a:latin typeface="Arial"/>
                <a:ea typeface="Arial"/>
                <a:cs typeface="Arial"/>
              </a:rPr>
              <a:t>Known licences, authoritative origin, permitted use</a:t>
            </a:r>
          </a:p>
        </p:txBody>
      </p:sp>
      <p:sp>
        <p:nvSpPr>
          <p:cNvPr id="7" name="divider">
            <a:extLst xmlns:a="http://schemas.openxmlformats.org/drawingml/2006/main">
              <a:ext uri="{FF2B5EF4-FFF2-40B4-BE49-F238E27FC236}">
                <a16:creationId xmlns:a16="http://schemas.microsoft.com/office/drawing/2014/main" id="{083F63AE-2190-4D28-A851-1738D73D9D1C}"/>
              </a:ext>
            </a:extLst>
          </p:cNvPr>
          <p:cNvSpPr>
            <a:spLocks xmlns:a="http://schemas.openxmlformats.org/drawingml/2006/main" noGrp="1"/>
          </p:cNvSpPr>
          <p:nvPr/>
        </p:nvSpPr>
        <p:spPr>
          <a:xfrm xmlns:a="http://schemas.openxmlformats.org/drawingml/2006/main">
            <a:off x="1028700" y="3390900"/>
            <a:ext cx="10048875"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8" name="moat-tone-1">
            <a:extLst xmlns:a="http://schemas.openxmlformats.org/drawingml/2006/main">
              <a:ext uri="{FF2B5EF4-FFF2-40B4-BE49-F238E27FC236}">
                <a16:creationId xmlns:a16="http://schemas.microsoft.com/office/drawing/2014/main" id="{3EA3593B-233B-4710-81B6-FE36730B9291}"/>
              </a:ext>
            </a:extLst>
          </p:cNvPr>
          <p:cNvSpPr>
            <a:spLocks xmlns:a="http://schemas.openxmlformats.org/drawingml/2006/main" noGrp="1"/>
          </p:cNvSpPr>
          <p:nvPr/>
        </p:nvSpPr>
        <p:spPr>
          <a:xfrm xmlns:a="http://schemas.openxmlformats.org/drawingml/2006/main">
            <a:off x="723900" y="3562350"/>
            <a:ext cx="85725" cy="428625"/>
          </a:xfrm>
          <a:prstGeom xmlns:a="http://schemas.openxmlformats.org/drawingml/2006/main" prst="rect">
            <a:avLst/>
          </a:prstGeom>
          <a:solidFill xmlns:a="http://schemas.openxmlformats.org/drawingml/2006/main">
            <a:srgbClr val="087F82"/>
          </a:solidFill>
          <a:ln xmlns:a="http://schemas.openxmlformats.org/drawingml/2006/main" w="0">
            <a:noFill/>
            <a:prstDash val="solid"/>
          </a:ln>
        </p:spPr>
      </p:sp>
      <p:sp>
        <p:nvSpPr>
          <p:cNvPr id="9" name="moat-head-1">
            <a:extLst xmlns:a="http://schemas.openxmlformats.org/drawingml/2006/main">
              <a:ext uri="{FF2B5EF4-FFF2-40B4-BE49-F238E27FC236}">
                <a16:creationId xmlns:a16="http://schemas.microsoft.com/office/drawing/2014/main" id="{5E526AA3-F74A-4E28-AEA5-06CC5945B4B0}"/>
              </a:ext>
            </a:extLst>
          </p:cNvPr>
          <p:cNvSpPr>
            <a:spLocks xmlns:a="http://schemas.openxmlformats.org/drawingml/2006/main" noGrp="1"/>
          </p:cNvSpPr>
          <p:nvPr/>
        </p:nvSpPr>
        <p:spPr>
          <a:xfrm xmlns:a="http://schemas.openxmlformats.org/drawingml/2006/main">
            <a:off x="1028700" y="3543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02A35"/>
                </a:solidFill>
                <a:latin typeface="Arial"/>
                <a:ea typeface="Arial"/>
                <a:cs typeface="Arial"/>
              </a:defRPr>
            </a:defPPr>
            <a:lvl1pPr algn="l">
              <a:defRPr sz="1650" b="1">
                <a:solidFill>
                  <a:srgbClr val="102A35"/>
                </a:solidFill>
                <a:latin typeface="Arial"/>
                <a:ea typeface="Arial"/>
                <a:cs typeface="Arial"/>
              </a:defRPr>
            </a:lvl1pPr>
            <a:lvl2pPr algn="l">
              <a:defRPr sz="1650" b="1">
                <a:solidFill>
                  <a:srgbClr val="102A35"/>
                </a:solidFill>
                <a:latin typeface="Arial"/>
                <a:ea typeface="Arial"/>
                <a:cs typeface="Arial"/>
              </a:defRPr>
            </a:lvl2pPr>
            <a:lvl3pPr algn="l">
              <a:defRPr sz="1650" b="1">
                <a:solidFill>
                  <a:srgbClr val="102A35"/>
                </a:solidFill>
                <a:latin typeface="Arial"/>
                <a:ea typeface="Arial"/>
                <a:cs typeface="Arial"/>
              </a:defRPr>
            </a:lvl3pPr>
            <a:lvl4pPr algn="l">
              <a:defRPr sz="1650" b="1">
                <a:solidFill>
                  <a:srgbClr val="102A35"/>
                </a:solidFill>
                <a:latin typeface="Arial"/>
                <a:ea typeface="Arial"/>
                <a:cs typeface="Arial"/>
              </a:defRPr>
            </a:lvl4pPr>
            <a:lvl5pPr algn="l">
              <a:defRPr sz="1650" b="1">
                <a:solidFill>
                  <a:srgbClr val="102A35"/>
                </a:solidFill>
                <a:latin typeface="Arial"/>
                <a:ea typeface="Arial"/>
                <a:cs typeface="Arial"/>
              </a:defRPr>
            </a:lvl5pPr>
            <a:lvl6pPr algn="l">
              <a:defRPr sz="1650" b="1">
                <a:solidFill>
                  <a:srgbClr val="102A35"/>
                </a:solidFill>
                <a:latin typeface="Arial"/>
                <a:ea typeface="Arial"/>
                <a:cs typeface="Arial"/>
              </a:defRPr>
            </a:lvl6pPr>
            <a:lvl7pPr algn="l">
              <a:defRPr sz="1650" b="1">
                <a:solidFill>
                  <a:srgbClr val="102A35"/>
                </a:solidFill>
                <a:latin typeface="Arial"/>
                <a:ea typeface="Arial"/>
                <a:cs typeface="Arial"/>
              </a:defRPr>
            </a:lvl7pPr>
            <a:lvl8pPr algn="l">
              <a:defRPr sz="1650" b="1">
                <a:solidFill>
                  <a:srgbClr val="102A35"/>
                </a:solidFill>
                <a:latin typeface="Arial"/>
                <a:ea typeface="Arial"/>
                <a:cs typeface="Arial"/>
              </a:defRPr>
            </a:lvl8pPr>
            <a:lvl9pPr algn="l">
              <a:defRPr sz="1650" b="1">
                <a:solidFill>
                  <a:srgbClr val="102A35"/>
                </a:solidFill>
                <a:latin typeface="Arial"/>
                <a:ea typeface="Arial"/>
                <a:cs typeface="Arial"/>
              </a:defRPr>
            </a:lvl9pPr>
          </a:lstStyle>
          <a:p xmlns:a="http://schemas.openxmlformats.org/drawingml/2006/main">
            <a:pPr algn="l">
              <a:lnSpc>
                <a:spcPct val="105000"/>
              </a:lnSpc>
              <a:buNone/>
              <a:defRPr sz="1650" b="1">
                <a:solidFill>
                  <a:srgbClr val="102A35"/>
                </a:solidFill>
                <a:latin typeface="Arial"/>
                <a:ea typeface="Arial"/>
                <a:cs typeface="Arial"/>
              </a:defRPr>
            </a:pPr>
            <a:r>
              <a:rPr sz="1650" b="1">
                <a:solidFill>
                  <a:srgbClr val="102A35"/>
                </a:solidFill>
                <a:latin typeface="Arial"/>
                <a:ea typeface="Arial"/>
                <a:cs typeface="Arial"/>
              </a:rPr>
              <a:t>Time and jurisdiction</a:t>
            </a:r>
          </a:p>
        </p:txBody>
      </p:sp>
      <p:sp>
        <p:nvSpPr>
          <p:cNvPr id="10" name="moat-body-1">
            <a:extLst xmlns:a="http://schemas.openxmlformats.org/drawingml/2006/main">
              <a:ext uri="{FF2B5EF4-FFF2-40B4-BE49-F238E27FC236}">
                <a16:creationId xmlns:a16="http://schemas.microsoft.com/office/drawing/2014/main" id="{4B87EF69-5925-47A8-ACE4-82322D643D9D}"/>
              </a:ext>
            </a:extLst>
          </p:cNvPr>
          <p:cNvSpPr>
            <a:spLocks xmlns:a="http://schemas.openxmlformats.org/drawingml/2006/main" noGrp="1"/>
          </p:cNvSpPr>
          <p:nvPr/>
        </p:nvSpPr>
        <p:spPr>
          <a:xfrm xmlns:a="http://schemas.openxmlformats.org/drawingml/2006/main">
            <a:off x="3857625" y="3552825"/>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5606A"/>
                </a:solidFill>
                <a:latin typeface="Arial"/>
                <a:ea typeface="Arial"/>
                <a:cs typeface="Arial"/>
              </a:defRPr>
            </a:defPPr>
            <a:lvl1pPr algn="l">
              <a:defRPr sz="1425" b="0">
                <a:solidFill>
                  <a:srgbClr val="45606A"/>
                </a:solidFill>
                <a:latin typeface="Arial"/>
                <a:ea typeface="Arial"/>
                <a:cs typeface="Arial"/>
              </a:defRPr>
            </a:lvl1pPr>
            <a:lvl2pPr algn="l">
              <a:defRPr sz="1425" b="0">
                <a:solidFill>
                  <a:srgbClr val="45606A"/>
                </a:solidFill>
                <a:latin typeface="Arial"/>
                <a:ea typeface="Arial"/>
                <a:cs typeface="Arial"/>
              </a:defRPr>
            </a:lvl2pPr>
            <a:lvl3pPr algn="l">
              <a:defRPr sz="1425" b="0">
                <a:solidFill>
                  <a:srgbClr val="45606A"/>
                </a:solidFill>
                <a:latin typeface="Arial"/>
                <a:ea typeface="Arial"/>
                <a:cs typeface="Arial"/>
              </a:defRPr>
            </a:lvl3pPr>
            <a:lvl4pPr algn="l">
              <a:defRPr sz="1425" b="0">
                <a:solidFill>
                  <a:srgbClr val="45606A"/>
                </a:solidFill>
                <a:latin typeface="Arial"/>
                <a:ea typeface="Arial"/>
                <a:cs typeface="Arial"/>
              </a:defRPr>
            </a:lvl4pPr>
            <a:lvl5pPr algn="l">
              <a:defRPr sz="1425" b="0">
                <a:solidFill>
                  <a:srgbClr val="45606A"/>
                </a:solidFill>
                <a:latin typeface="Arial"/>
                <a:ea typeface="Arial"/>
                <a:cs typeface="Arial"/>
              </a:defRPr>
            </a:lvl5pPr>
            <a:lvl6pPr algn="l">
              <a:defRPr sz="1425" b="0">
                <a:solidFill>
                  <a:srgbClr val="45606A"/>
                </a:solidFill>
                <a:latin typeface="Arial"/>
                <a:ea typeface="Arial"/>
                <a:cs typeface="Arial"/>
              </a:defRPr>
            </a:lvl6pPr>
            <a:lvl7pPr algn="l">
              <a:defRPr sz="1425" b="0">
                <a:solidFill>
                  <a:srgbClr val="45606A"/>
                </a:solidFill>
                <a:latin typeface="Arial"/>
                <a:ea typeface="Arial"/>
                <a:cs typeface="Arial"/>
              </a:defRPr>
            </a:lvl7pPr>
            <a:lvl8pPr algn="l">
              <a:defRPr sz="1425" b="0">
                <a:solidFill>
                  <a:srgbClr val="45606A"/>
                </a:solidFill>
                <a:latin typeface="Arial"/>
                <a:ea typeface="Arial"/>
                <a:cs typeface="Arial"/>
              </a:defRPr>
            </a:lvl8pPr>
            <a:lvl9pPr algn="l">
              <a:defRPr sz="1425" b="0">
                <a:solidFill>
                  <a:srgbClr val="45606A"/>
                </a:solidFill>
                <a:latin typeface="Arial"/>
                <a:ea typeface="Arial"/>
                <a:cs typeface="Arial"/>
              </a:defRPr>
            </a:lvl9pPr>
          </a:lstStyle>
          <a:p xmlns:a="http://schemas.openxmlformats.org/drawingml/2006/main">
            <a:pPr algn="l">
              <a:lnSpc>
                <a:spcPct val="105000"/>
              </a:lnSpc>
              <a:buNone/>
              <a:defRPr sz="1425" b="0">
                <a:solidFill>
                  <a:srgbClr val="45606A"/>
                </a:solidFill>
                <a:latin typeface="Arial"/>
                <a:ea typeface="Arial"/>
                <a:cs typeface="Arial"/>
              </a:defRPr>
            </a:pPr>
            <a:r>
              <a:rPr sz="1425" b="0">
                <a:solidFill>
                  <a:srgbClr val="45606A"/>
                </a:solidFill>
                <a:latin typeface="Arial"/>
                <a:ea typeface="Arial"/>
                <a:cs typeface="Arial"/>
              </a:rPr>
              <a:t>Effective dates, amendments, forum, procedural posture</a:t>
            </a:r>
          </a:p>
        </p:txBody>
      </p:sp>
      <p:sp>
        <p:nvSpPr>
          <p:cNvPr id="11" name="divider">
            <a:extLst xmlns:a="http://schemas.openxmlformats.org/drawingml/2006/main">
              <a:ext uri="{FF2B5EF4-FFF2-40B4-BE49-F238E27FC236}">
                <a16:creationId xmlns:a16="http://schemas.microsoft.com/office/drawing/2014/main" id="{31775372-091F-42AA-BAE8-4EF1C4A5627C}"/>
              </a:ext>
            </a:extLst>
          </p:cNvPr>
          <p:cNvSpPr>
            <a:spLocks xmlns:a="http://schemas.openxmlformats.org/drawingml/2006/main" noGrp="1"/>
          </p:cNvSpPr>
          <p:nvPr/>
        </p:nvSpPr>
        <p:spPr>
          <a:xfrm xmlns:a="http://schemas.openxmlformats.org/drawingml/2006/main">
            <a:off x="1028700" y="4057650"/>
            <a:ext cx="10048875"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12" name="moat-tone-2">
            <a:extLst xmlns:a="http://schemas.openxmlformats.org/drawingml/2006/main">
              <a:ext uri="{FF2B5EF4-FFF2-40B4-BE49-F238E27FC236}">
                <a16:creationId xmlns:a16="http://schemas.microsoft.com/office/drawing/2014/main" id="{0EF6C6C1-82CE-414D-8B7D-9A6A38E1D944}"/>
              </a:ext>
            </a:extLst>
          </p:cNvPr>
          <p:cNvSpPr>
            <a:spLocks xmlns:a="http://schemas.openxmlformats.org/drawingml/2006/main" noGrp="1"/>
          </p:cNvSpPr>
          <p:nvPr/>
        </p:nvSpPr>
        <p:spPr>
          <a:xfrm xmlns:a="http://schemas.openxmlformats.org/drawingml/2006/main">
            <a:off x="723900" y="4229100"/>
            <a:ext cx="85725" cy="428625"/>
          </a:xfrm>
          <a:prstGeom xmlns:a="http://schemas.openxmlformats.org/drawingml/2006/main" prst="rect">
            <a:avLst/>
          </a:prstGeom>
          <a:solidFill xmlns:a="http://schemas.openxmlformats.org/drawingml/2006/main">
            <a:srgbClr val="087F82"/>
          </a:solidFill>
          <a:ln xmlns:a="http://schemas.openxmlformats.org/drawingml/2006/main" w="0">
            <a:noFill/>
            <a:prstDash val="solid"/>
          </a:ln>
        </p:spPr>
      </p:sp>
      <p:sp>
        <p:nvSpPr>
          <p:cNvPr id="13" name="moat-head-2">
            <a:extLst xmlns:a="http://schemas.openxmlformats.org/drawingml/2006/main">
              <a:ext uri="{FF2B5EF4-FFF2-40B4-BE49-F238E27FC236}">
                <a16:creationId xmlns:a16="http://schemas.microsoft.com/office/drawing/2014/main" id="{8D31C1B7-18F8-4C17-A507-8C95C082D56B}"/>
              </a:ext>
            </a:extLst>
          </p:cNvPr>
          <p:cNvSpPr>
            <a:spLocks xmlns:a="http://schemas.openxmlformats.org/drawingml/2006/main" noGrp="1"/>
          </p:cNvSpPr>
          <p:nvPr/>
        </p:nvSpPr>
        <p:spPr>
          <a:xfrm xmlns:a="http://schemas.openxmlformats.org/drawingml/2006/main">
            <a:off x="1028700" y="42100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02A35"/>
                </a:solidFill>
                <a:latin typeface="Arial"/>
                <a:ea typeface="Arial"/>
                <a:cs typeface="Arial"/>
              </a:defRPr>
            </a:defPPr>
            <a:lvl1pPr algn="l">
              <a:defRPr sz="1650" b="1">
                <a:solidFill>
                  <a:srgbClr val="102A35"/>
                </a:solidFill>
                <a:latin typeface="Arial"/>
                <a:ea typeface="Arial"/>
                <a:cs typeface="Arial"/>
              </a:defRPr>
            </a:lvl1pPr>
            <a:lvl2pPr algn="l">
              <a:defRPr sz="1650" b="1">
                <a:solidFill>
                  <a:srgbClr val="102A35"/>
                </a:solidFill>
                <a:latin typeface="Arial"/>
                <a:ea typeface="Arial"/>
                <a:cs typeface="Arial"/>
              </a:defRPr>
            </a:lvl2pPr>
            <a:lvl3pPr algn="l">
              <a:defRPr sz="1650" b="1">
                <a:solidFill>
                  <a:srgbClr val="102A35"/>
                </a:solidFill>
                <a:latin typeface="Arial"/>
                <a:ea typeface="Arial"/>
                <a:cs typeface="Arial"/>
              </a:defRPr>
            </a:lvl3pPr>
            <a:lvl4pPr algn="l">
              <a:defRPr sz="1650" b="1">
                <a:solidFill>
                  <a:srgbClr val="102A35"/>
                </a:solidFill>
                <a:latin typeface="Arial"/>
                <a:ea typeface="Arial"/>
                <a:cs typeface="Arial"/>
              </a:defRPr>
            </a:lvl4pPr>
            <a:lvl5pPr algn="l">
              <a:defRPr sz="1650" b="1">
                <a:solidFill>
                  <a:srgbClr val="102A35"/>
                </a:solidFill>
                <a:latin typeface="Arial"/>
                <a:ea typeface="Arial"/>
                <a:cs typeface="Arial"/>
              </a:defRPr>
            </a:lvl5pPr>
            <a:lvl6pPr algn="l">
              <a:defRPr sz="1650" b="1">
                <a:solidFill>
                  <a:srgbClr val="102A35"/>
                </a:solidFill>
                <a:latin typeface="Arial"/>
                <a:ea typeface="Arial"/>
                <a:cs typeface="Arial"/>
              </a:defRPr>
            </a:lvl6pPr>
            <a:lvl7pPr algn="l">
              <a:defRPr sz="1650" b="1">
                <a:solidFill>
                  <a:srgbClr val="102A35"/>
                </a:solidFill>
                <a:latin typeface="Arial"/>
                <a:ea typeface="Arial"/>
                <a:cs typeface="Arial"/>
              </a:defRPr>
            </a:lvl7pPr>
            <a:lvl8pPr algn="l">
              <a:defRPr sz="1650" b="1">
                <a:solidFill>
                  <a:srgbClr val="102A35"/>
                </a:solidFill>
                <a:latin typeface="Arial"/>
                <a:ea typeface="Arial"/>
                <a:cs typeface="Arial"/>
              </a:defRPr>
            </a:lvl8pPr>
            <a:lvl9pPr algn="l">
              <a:defRPr sz="1650" b="1">
                <a:solidFill>
                  <a:srgbClr val="102A35"/>
                </a:solidFill>
                <a:latin typeface="Arial"/>
                <a:ea typeface="Arial"/>
                <a:cs typeface="Arial"/>
              </a:defRPr>
            </a:lvl9pPr>
          </a:lstStyle>
          <a:p xmlns:a="http://schemas.openxmlformats.org/drawingml/2006/main">
            <a:pPr algn="l">
              <a:lnSpc>
                <a:spcPct val="105000"/>
              </a:lnSpc>
              <a:buNone/>
              <a:defRPr sz="1650" b="1">
                <a:solidFill>
                  <a:srgbClr val="102A35"/>
                </a:solidFill>
                <a:latin typeface="Arial"/>
                <a:ea typeface="Arial"/>
                <a:cs typeface="Arial"/>
              </a:defRPr>
            </a:pPr>
            <a:r>
              <a:rPr sz="1650" b="1">
                <a:solidFill>
                  <a:srgbClr val="102A35"/>
                </a:solidFill>
                <a:latin typeface="Arial"/>
                <a:ea typeface="Arial"/>
                <a:cs typeface="Arial"/>
              </a:rPr>
              <a:t>Passage lineage</a:t>
            </a:r>
          </a:p>
        </p:txBody>
      </p:sp>
      <p:sp>
        <p:nvSpPr>
          <p:cNvPr id="14" name="moat-body-2">
            <a:extLst xmlns:a="http://schemas.openxmlformats.org/drawingml/2006/main">
              <a:ext uri="{FF2B5EF4-FFF2-40B4-BE49-F238E27FC236}">
                <a16:creationId xmlns:a16="http://schemas.microsoft.com/office/drawing/2014/main" id="{8D531A4A-9290-4CB1-B29A-3FF135EAC259}"/>
              </a:ext>
            </a:extLst>
          </p:cNvPr>
          <p:cNvSpPr>
            <a:spLocks xmlns:a="http://schemas.openxmlformats.org/drawingml/2006/main" noGrp="1"/>
          </p:cNvSpPr>
          <p:nvPr/>
        </p:nvSpPr>
        <p:spPr>
          <a:xfrm xmlns:a="http://schemas.openxmlformats.org/drawingml/2006/main">
            <a:off x="3857625" y="4219575"/>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5606A"/>
                </a:solidFill>
                <a:latin typeface="Arial"/>
                <a:ea typeface="Arial"/>
                <a:cs typeface="Arial"/>
              </a:defRPr>
            </a:defPPr>
            <a:lvl1pPr algn="l">
              <a:defRPr sz="1425" b="0">
                <a:solidFill>
                  <a:srgbClr val="45606A"/>
                </a:solidFill>
                <a:latin typeface="Arial"/>
                <a:ea typeface="Arial"/>
                <a:cs typeface="Arial"/>
              </a:defRPr>
            </a:lvl1pPr>
            <a:lvl2pPr algn="l">
              <a:defRPr sz="1425" b="0">
                <a:solidFill>
                  <a:srgbClr val="45606A"/>
                </a:solidFill>
                <a:latin typeface="Arial"/>
                <a:ea typeface="Arial"/>
                <a:cs typeface="Arial"/>
              </a:defRPr>
            </a:lvl2pPr>
            <a:lvl3pPr algn="l">
              <a:defRPr sz="1425" b="0">
                <a:solidFill>
                  <a:srgbClr val="45606A"/>
                </a:solidFill>
                <a:latin typeface="Arial"/>
                <a:ea typeface="Arial"/>
                <a:cs typeface="Arial"/>
              </a:defRPr>
            </a:lvl3pPr>
            <a:lvl4pPr algn="l">
              <a:defRPr sz="1425" b="0">
                <a:solidFill>
                  <a:srgbClr val="45606A"/>
                </a:solidFill>
                <a:latin typeface="Arial"/>
                <a:ea typeface="Arial"/>
                <a:cs typeface="Arial"/>
              </a:defRPr>
            </a:lvl4pPr>
            <a:lvl5pPr algn="l">
              <a:defRPr sz="1425" b="0">
                <a:solidFill>
                  <a:srgbClr val="45606A"/>
                </a:solidFill>
                <a:latin typeface="Arial"/>
                <a:ea typeface="Arial"/>
                <a:cs typeface="Arial"/>
              </a:defRPr>
            </a:lvl5pPr>
            <a:lvl6pPr algn="l">
              <a:defRPr sz="1425" b="0">
                <a:solidFill>
                  <a:srgbClr val="45606A"/>
                </a:solidFill>
                <a:latin typeface="Arial"/>
                <a:ea typeface="Arial"/>
                <a:cs typeface="Arial"/>
              </a:defRPr>
            </a:lvl6pPr>
            <a:lvl7pPr algn="l">
              <a:defRPr sz="1425" b="0">
                <a:solidFill>
                  <a:srgbClr val="45606A"/>
                </a:solidFill>
                <a:latin typeface="Arial"/>
                <a:ea typeface="Arial"/>
                <a:cs typeface="Arial"/>
              </a:defRPr>
            </a:lvl7pPr>
            <a:lvl8pPr algn="l">
              <a:defRPr sz="1425" b="0">
                <a:solidFill>
                  <a:srgbClr val="45606A"/>
                </a:solidFill>
                <a:latin typeface="Arial"/>
                <a:ea typeface="Arial"/>
                <a:cs typeface="Arial"/>
              </a:defRPr>
            </a:lvl8pPr>
            <a:lvl9pPr algn="l">
              <a:defRPr sz="1425" b="0">
                <a:solidFill>
                  <a:srgbClr val="45606A"/>
                </a:solidFill>
                <a:latin typeface="Arial"/>
                <a:ea typeface="Arial"/>
                <a:cs typeface="Arial"/>
              </a:defRPr>
            </a:lvl9pPr>
          </a:lstStyle>
          <a:p xmlns:a="http://schemas.openxmlformats.org/drawingml/2006/main">
            <a:pPr algn="l">
              <a:lnSpc>
                <a:spcPct val="105000"/>
              </a:lnSpc>
              <a:buNone/>
              <a:defRPr sz="1425" b="0">
                <a:solidFill>
                  <a:srgbClr val="45606A"/>
                </a:solidFill>
                <a:latin typeface="Arial"/>
                <a:ea typeface="Arial"/>
                <a:cs typeface="Arial"/>
              </a:defRPr>
            </a:pPr>
            <a:r>
              <a:rPr sz="1425" b="0">
                <a:solidFill>
                  <a:srgbClr val="45606A"/>
                </a:solidFill>
                <a:latin typeface="Arial"/>
                <a:ea typeface="Arial"/>
                <a:cs typeface="Arial"/>
              </a:rPr>
              <a:t>Immutable spans, citation identity, version history</a:t>
            </a:r>
          </a:p>
        </p:txBody>
      </p:sp>
      <p:sp>
        <p:nvSpPr>
          <p:cNvPr id="15" name="divider">
            <a:extLst xmlns:a="http://schemas.openxmlformats.org/drawingml/2006/main">
              <a:ext uri="{FF2B5EF4-FFF2-40B4-BE49-F238E27FC236}">
                <a16:creationId xmlns:a16="http://schemas.microsoft.com/office/drawing/2014/main" id="{D697B124-3107-4B62-BCAB-170A74FE3594}"/>
              </a:ext>
            </a:extLst>
          </p:cNvPr>
          <p:cNvSpPr>
            <a:spLocks xmlns:a="http://schemas.openxmlformats.org/drawingml/2006/main" noGrp="1"/>
          </p:cNvSpPr>
          <p:nvPr/>
        </p:nvSpPr>
        <p:spPr>
          <a:xfrm xmlns:a="http://schemas.openxmlformats.org/drawingml/2006/main">
            <a:off x="1028700" y="4724400"/>
            <a:ext cx="10048875"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16" name="moat-tone-3">
            <a:extLst xmlns:a="http://schemas.openxmlformats.org/drawingml/2006/main">
              <a:ext uri="{FF2B5EF4-FFF2-40B4-BE49-F238E27FC236}">
                <a16:creationId xmlns:a16="http://schemas.microsoft.com/office/drawing/2014/main" id="{F64B2749-35D1-4089-AF1C-D82D494655C1}"/>
              </a:ext>
            </a:extLst>
          </p:cNvPr>
          <p:cNvSpPr>
            <a:spLocks xmlns:a="http://schemas.openxmlformats.org/drawingml/2006/main" noGrp="1"/>
          </p:cNvSpPr>
          <p:nvPr/>
        </p:nvSpPr>
        <p:spPr>
          <a:xfrm xmlns:a="http://schemas.openxmlformats.org/drawingml/2006/main">
            <a:off x="723900" y="4895850"/>
            <a:ext cx="85725" cy="428625"/>
          </a:xfrm>
          <a:prstGeom xmlns:a="http://schemas.openxmlformats.org/drawingml/2006/main" prst="rect">
            <a:avLst/>
          </a:prstGeom>
          <a:solidFill xmlns:a="http://schemas.openxmlformats.org/drawingml/2006/main">
            <a:srgbClr val="EE806C"/>
          </a:solidFill>
          <a:ln xmlns:a="http://schemas.openxmlformats.org/drawingml/2006/main" w="0">
            <a:noFill/>
            <a:prstDash val="solid"/>
          </a:ln>
        </p:spPr>
      </p:sp>
      <p:sp>
        <p:nvSpPr>
          <p:cNvPr id="17" name="moat-head-3">
            <a:extLst xmlns:a="http://schemas.openxmlformats.org/drawingml/2006/main">
              <a:ext uri="{FF2B5EF4-FFF2-40B4-BE49-F238E27FC236}">
                <a16:creationId xmlns:a16="http://schemas.microsoft.com/office/drawing/2014/main" id="{ED6C41E7-9F04-449E-8B55-B353DBC3864A}"/>
              </a:ext>
            </a:extLst>
          </p:cNvPr>
          <p:cNvSpPr>
            <a:spLocks xmlns:a="http://schemas.openxmlformats.org/drawingml/2006/main" noGrp="1"/>
          </p:cNvSpPr>
          <p:nvPr/>
        </p:nvSpPr>
        <p:spPr>
          <a:xfrm xmlns:a="http://schemas.openxmlformats.org/drawingml/2006/main">
            <a:off x="1028700" y="48768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02A35"/>
                </a:solidFill>
                <a:latin typeface="Arial"/>
                <a:ea typeface="Arial"/>
                <a:cs typeface="Arial"/>
              </a:defRPr>
            </a:defPPr>
            <a:lvl1pPr algn="l">
              <a:defRPr sz="1650" b="1">
                <a:solidFill>
                  <a:srgbClr val="102A35"/>
                </a:solidFill>
                <a:latin typeface="Arial"/>
                <a:ea typeface="Arial"/>
                <a:cs typeface="Arial"/>
              </a:defRPr>
            </a:lvl1pPr>
            <a:lvl2pPr algn="l">
              <a:defRPr sz="1650" b="1">
                <a:solidFill>
                  <a:srgbClr val="102A35"/>
                </a:solidFill>
                <a:latin typeface="Arial"/>
                <a:ea typeface="Arial"/>
                <a:cs typeface="Arial"/>
              </a:defRPr>
            </a:lvl2pPr>
            <a:lvl3pPr algn="l">
              <a:defRPr sz="1650" b="1">
                <a:solidFill>
                  <a:srgbClr val="102A35"/>
                </a:solidFill>
                <a:latin typeface="Arial"/>
                <a:ea typeface="Arial"/>
                <a:cs typeface="Arial"/>
              </a:defRPr>
            </a:lvl3pPr>
            <a:lvl4pPr algn="l">
              <a:defRPr sz="1650" b="1">
                <a:solidFill>
                  <a:srgbClr val="102A35"/>
                </a:solidFill>
                <a:latin typeface="Arial"/>
                <a:ea typeface="Arial"/>
                <a:cs typeface="Arial"/>
              </a:defRPr>
            </a:lvl4pPr>
            <a:lvl5pPr algn="l">
              <a:defRPr sz="1650" b="1">
                <a:solidFill>
                  <a:srgbClr val="102A35"/>
                </a:solidFill>
                <a:latin typeface="Arial"/>
                <a:ea typeface="Arial"/>
                <a:cs typeface="Arial"/>
              </a:defRPr>
            </a:lvl5pPr>
            <a:lvl6pPr algn="l">
              <a:defRPr sz="1650" b="1">
                <a:solidFill>
                  <a:srgbClr val="102A35"/>
                </a:solidFill>
                <a:latin typeface="Arial"/>
                <a:ea typeface="Arial"/>
                <a:cs typeface="Arial"/>
              </a:defRPr>
            </a:lvl6pPr>
            <a:lvl7pPr algn="l">
              <a:defRPr sz="1650" b="1">
                <a:solidFill>
                  <a:srgbClr val="102A35"/>
                </a:solidFill>
                <a:latin typeface="Arial"/>
                <a:ea typeface="Arial"/>
                <a:cs typeface="Arial"/>
              </a:defRPr>
            </a:lvl7pPr>
            <a:lvl8pPr algn="l">
              <a:defRPr sz="1650" b="1">
                <a:solidFill>
                  <a:srgbClr val="102A35"/>
                </a:solidFill>
                <a:latin typeface="Arial"/>
                <a:ea typeface="Arial"/>
                <a:cs typeface="Arial"/>
              </a:defRPr>
            </a:lvl8pPr>
            <a:lvl9pPr algn="l">
              <a:defRPr sz="1650" b="1">
                <a:solidFill>
                  <a:srgbClr val="102A35"/>
                </a:solidFill>
                <a:latin typeface="Arial"/>
                <a:ea typeface="Arial"/>
                <a:cs typeface="Arial"/>
              </a:defRPr>
            </a:lvl9pPr>
          </a:lstStyle>
          <a:p xmlns:a="http://schemas.openxmlformats.org/drawingml/2006/main">
            <a:pPr algn="l">
              <a:lnSpc>
                <a:spcPct val="105000"/>
              </a:lnSpc>
              <a:buNone/>
              <a:defRPr sz="1650" b="1">
                <a:solidFill>
                  <a:srgbClr val="102A35"/>
                </a:solidFill>
                <a:latin typeface="Arial"/>
                <a:ea typeface="Arial"/>
                <a:cs typeface="Arial"/>
              </a:defRPr>
            </a:pPr>
            <a:r>
              <a:rPr sz="1650" b="1">
                <a:solidFill>
                  <a:srgbClr val="102A35"/>
                </a:solidFill>
                <a:latin typeface="Arial"/>
                <a:ea typeface="Arial"/>
                <a:cs typeface="Arial"/>
              </a:rPr>
              <a:t>Evaluation data</a:t>
            </a:r>
          </a:p>
        </p:txBody>
      </p:sp>
      <p:sp>
        <p:nvSpPr>
          <p:cNvPr id="18" name="moat-body-3">
            <a:extLst xmlns:a="http://schemas.openxmlformats.org/drawingml/2006/main">
              <a:ext uri="{FF2B5EF4-FFF2-40B4-BE49-F238E27FC236}">
                <a16:creationId xmlns:a16="http://schemas.microsoft.com/office/drawing/2014/main" id="{19C59F15-16B8-4544-8167-9F5AAB68CB1A}"/>
              </a:ext>
            </a:extLst>
          </p:cNvPr>
          <p:cNvSpPr>
            <a:spLocks xmlns:a="http://schemas.openxmlformats.org/drawingml/2006/main" noGrp="1"/>
          </p:cNvSpPr>
          <p:nvPr/>
        </p:nvSpPr>
        <p:spPr>
          <a:xfrm xmlns:a="http://schemas.openxmlformats.org/drawingml/2006/main">
            <a:off x="3857625" y="4886325"/>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5606A"/>
                </a:solidFill>
                <a:latin typeface="Arial"/>
                <a:ea typeface="Arial"/>
                <a:cs typeface="Arial"/>
              </a:defRPr>
            </a:defPPr>
            <a:lvl1pPr algn="l">
              <a:defRPr sz="1425" b="0">
                <a:solidFill>
                  <a:srgbClr val="45606A"/>
                </a:solidFill>
                <a:latin typeface="Arial"/>
                <a:ea typeface="Arial"/>
                <a:cs typeface="Arial"/>
              </a:defRPr>
            </a:lvl1pPr>
            <a:lvl2pPr algn="l">
              <a:defRPr sz="1425" b="0">
                <a:solidFill>
                  <a:srgbClr val="45606A"/>
                </a:solidFill>
                <a:latin typeface="Arial"/>
                <a:ea typeface="Arial"/>
                <a:cs typeface="Arial"/>
              </a:defRPr>
            </a:lvl2pPr>
            <a:lvl3pPr algn="l">
              <a:defRPr sz="1425" b="0">
                <a:solidFill>
                  <a:srgbClr val="45606A"/>
                </a:solidFill>
                <a:latin typeface="Arial"/>
                <a:ea typeface="Arial"/>
                <a:cs typeface="Arial"/>
              </a:defRPr>
            </a:lvl3pPr>
            <a:lvl4pPr algn="l">
              <a:defRPr sz="1425" b="0">
                <a:solidFill>
                  <a:srgbClr val="45606A"/>
                </a:solidFill>
                <a:latin typeface="Arial"/>
                <a:ea typeface="Arial"/>
                <a:cs typeface="Arial"/>
              </a:defRPr>
            </a:lvl4pPr>
            <a:lvl5pPr algn="l">
              <a:defRPr sz="1425" b="0">
                <a:solidFill>
                  <a:srgbClr val="45606A"/>
                </a:solidFill>
                <a:latin typeface="Arial"/>
                <a:ea typeface="Arial"/>
                <a:cs typeface="Arial"/>
              </a:defRPr>
            </a:lvl5pPr>
            <a:lvl6pPr algn="l">
              <a:defRPr sz="1425" b="0">
                <a:solidFill>
                  <a:srgbClr val="45606A"/>
                </a:solidFill>
                <a:latin typeface="Arial"/>
                <a:ea typeface="Arial"/>
                <a:cs typeface="Arial"/>
              </a:defRPr>
            </a:lvl6pPr>
            <a:lvl7pPr algn="l">
              <a:defRPr sz="1425" b="0">
                <a:solidFill>
                  <a:srgbClr val="45606A"/>
                </a:solidFill>
                <a:latin typeface="Arial"/>
                <a:ea typeface="Arial"/>
                <a:cs typeface="Arial"/>
              </a:defRPr>
            </a:lvl7pPr>
            <a:lvl8pPr algn="l">
              <a:defRPr sz="1425" b="0">
                <a:solidFill>
                  <a:srgbClr val="45606A"/>
                </a:solidFill>
                <a:latin typeface="Arial"/>
                <a:ea typeface="Arial"/>
                <a:cs typeface="Arial"/>
              </a:defRPr>
            </a:lvl8pPr>
            <a:lvl9pPr algn="l">
              <a:defRPr sz="1425" b="0">
                <a:solidFill>
                  <a:srgbClr val="45606A"/>
                </a:solidFill>
                <a:latin typeface="Arial"/>
                <a:ea typeface="Arial"/>
                <a:cs typeface="Arial"/>
              </a:defRPr>
            </a:lvl9pPr>
          </a:lstStyle>
          <a:p xmlns:a="http://schemas.openxmlformats.org/drawingml/2006/main">
            <a:pPr algn="l">
              <a:lnSpc>
                <a:spcPct val="105000"/>
              </a:lnSpc>
              <a:buNone/>
              <a:defRPr sz="1425" b="0">
                <a:solidFill>
                  <a:srgbClr val="45606A"/>
                </a:solidFill>
                <a:latin typeface="Arial"/>
                <a:ea typeface="Arial"/>
                <a:cs typeface="Arial"/>
              </a:defRPr>
            </a:pPr>
            <a:r>
              <a:rPr sz="1425" b="0">
                <a:solidFill>
                  <a:srgbClr val="45606A"/>
                </a:solidFill>
                <a:latin typeface="Arial"/>
                <a:ea typeface="Arial"/>
                <a:cs typeface="Arial"/>
              </a:rPr>
              <a:t>Reviewer labels, error taxonomy, measured correction loop</a:t>
            </a:r>
          </a:p>
        </p:txBody>
      </p:sp>
      <p:sp>
        <p:nvSpPr>
          <p:cNvPr id="19" name="moat-note-rule">
            <a:extLst xmlns:a="http://schemas.openxmlformats.org/drawingml/2006/main">
              <a:ext uri="{FF2B5EF4-FFF2-40B4-BE49-F238E27FC236}">
                <a16:creationId xmlns:a16="http://schemas.microsoft.com/office/drawing/2014/main" id="{EC288004-C7A6-4750-8426-C1BE504A8129}"/>
              </a:ext>
            </a:extLst>
          </p:cNvPr>
          <p:cNvSpPr>
            <a:spLocks xmlns:a="http://schemas.openxmlformats.org/drawingml/2006/main" noGrp="1"/>
          </p:cNvSpPr>
          <p:nvPr/>
        </p:nvSpPr>
        <p:spPr>
          <a:xfrm xmlns:a="http://schemas.openxmlformats.org/drawingml/2006/main">
            <a:off x="723900" y="5734050"/>
            <a:ext cx="57150" cy="361950"/>
          </a:xfrm>
          <a:prstGeom xmlns:a="http://schemas.openxmlformats.org/drawingml/2006/main" prst="rect">
            <a:avLst/>
          </a:prstGeom>
          <a:solidFill xmlns:a="http://schemas.openxmlformats.org/drawingml/2006/main">
            <a:srgbClr val="EE806C"/>
          </a:solidFill>
          <a:ln xmlns:a="http://schemas.openxmlformats.org/drawingml/2006/main" w="0">
            <a:noFill/>
            <a:prstDash val="solid"/>
          </a:ln>
        </p:spPr>
      </p:sp>
      <p:sp>
        <p:nvSpPr>
          <p:cNvPr id="20" name="moat-note">
            <a:extLst xmlns:a="http://schemas.openxmlformats.org/drawingml/2006/main">
              <a:ext uri="{FF2B5EF4-FFF2-40B4-BE49-F238E27FC236}">
                <a16:creationId xmlns:a16="http://schemas.microsoft.com/office/drawing/2014/main" id="{E45F2FDB-AD31-4C78-9DE2-01CFBEFA2B36}"/>
              </a:ext>
            </a:extLst>
          </p:cNvPr>
          <p:cNvSpPr>
            <a:spLocks xmlns:a="http://schemas.openxmlformats.org/drawingml/2006/main" noGrp="1"/>
          </p:cNvSpPr>
          <p:nvPr/>
        </p:nvSpPr>
        <p:spPr>
          <a:xfrm xmlns:a="http://schemas.openxmlformats.org/drawingml/2006/main">
            <a:off x="952500" y="5715000"/>
            <a:ext cx="1028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45606A"/>
                </a:solidFill>
                <a:latin typeface="Arial"/>
                <a:ea typeface="Arial"/>
                <a:cs typeface="Arial"/>
              </a:defRPr>
            </a:defPPr>
            <a:lvl1pPr algn="l">
              <a:defRPr sz="1350" b="1">
                <a:solidFill>
                  <a:srgbClr val="45606A"/>
                </a:solidFill>
                <a:latin typeface="Arial"/>
                <a:ea typeface="Arial"/>
                <a:cs typeface="Arial"/>
              </a:defRPr>
            </a:lvl1pPr>
            <a:lvl2pPr algn="l">
              <a:defRPr sz="1350" b="1">
                <a:solidFill>
                  <a:srgbClr val="45606A"/>
                </a:solidFill>
                <a:latin typeface="Arial"/>
                <a:ea typeface="Arial"/>
                <a:cs typeface="Arial"/>
              </a:defRPr>
            </a:lvl2pPr>
            <a:lvl3pPr algn="l">
              <a:defRPr sz="1350" b="1">
                <a:solidFill>
                  <a:srgbClr val="45606A"/>
                </a:solidFill>
                <a:latin typeface="Arial"/>
                <a:ea typeface="Arial"/>
                <a:cs typeface="Arial"/>
              </a:defRPr>
            </a:lvl3pPr>
            <a:lvl4pPr algn="l">
              <a:defRPr sz="1350" b="1">
                <a:solidFill>
                  <a:srgbClr val="45606A"/>
                </a:solidFill>
                <a:latin typeface="Arial"/>
                <a:ea typeface="Arial"/>
                <a:cs typeface="Arial"/>
              </a:defRPr>
            </a:lvl4pPr>
            <a:lvl5pPr algn="l">
              <a:defRPr sz="1350" b="1">
                <a:solidFill>
                  <a:srgbClr val="45606A"/>
                </a:solidFill>
                <a:latin typeface="Arial"/>
                <a:ea typeface="Arial"/>
                <a:cs typeface="Arial"/>
              </a:defRPr>
            </a:lvl5pPr>
            <a:lvl6pPr algn="l">
              <a:defRPr sz="1350" b="1">
                <a:solidFill>
                  <a:srgbClr val="45606A"/>
                </a:solidFill>
                <a:latin typeface="Arial"/>
                <a:ea typeface="Arial"/>
                <a:cs typeface="Arial"/>
              </a:defRPr>
            </a:lvl6pPr>
            <a:lvl7pPr algn="l">
              <a:defRPr sz="1350" b="1">
                <a:solidFill>
                  <a:srgbClr val="45606A"/>
                </a:solidFill>
                <a:latin typeface="Arial"/>
                <a:ea typeface="Arial"/>
                <a:cs typeface="Arial"/>
              </a:defRPr>
            </a:lvl7pPr>
            <a:lvl8pPr algn="l">
              <a:defRPr sz="1350" b="1">
                <a:solidFill>
                  <a:srgbClr val="45606A"/>
                </a:solidFill>
                <a:latin typeface="Arial"/>
                <a:ea typeface="Arial"/>
                <a:cs typeface="Arial"/>
              </a:defRPr>
            </a:lvl8pPr>
            <a:lvl9pPr algn="l">
              <a:defRPr sz="1350" b="1">
                <a:solidFill>
                  <a:srgbClr val="45606A"/>
                </a:solidFill>
                <a:latin typeface="Arial"/>
                <a:ea typeface="Arial"/>
                <a:cs typeface="Arial"/>
              </a:defRPr>
            </a:lvl9pPr>
          </a:lstStyle>
          <a:p xmlns:a="http://schemas.openxmlformats.org/drawingml/2006/main">
            <a:pPr algn="l">
              <a:lnSpc>
                <a:spcPct val="105000"/>
              </a:lnSpc>
              <a:buNone/>
              <a:defRPr sz="1350" b="1">
                <a:solidFill>
                  <a:srgbClr val="45606A"/>
                </a:solidFill>
                <a:latin typeface="Arial"/>
                <a:ea typeface="Arial"/>
                <a:cs typeface="Arial"/>
              </a:defRPr>
            </a:pPr>
            <a:r>
              <a:rPr sz="1350" b="1">
                <a:solidFill>
                  <a:srgbClr val="45606A"/>
                </a:solidFill>
                <a:latin typeface="Arial"/>
                <a:ea typeface="Arial"/>
                <a:cs typeface="Arial"/>
              </a:rPr>
              <a:t>All four are planned assets. Current repository evidence does not yet establish a proprietary corpus or IP moat.</a:t>
            </a:r>
          </a:p>
        </p:txBody>
      </p:sp>
    </p:spTree>
    <p:extLst>
      <p:ext uri="{BB962C8B-B14F-4D97-AF65-F5344CB8AC3E}">
        <p14:creationId xmlns:p14="http://schemas.microsoft.com/office/powerpoint/2010/main" val="1728933333"/>
      </p:ext>
    </p:extLst>
  </p:cSld>
</p:sld>
</file>

<file path=ppt/slides/slide7.xml><?xml version="1.0" encoding="utf-8"?>
<p:sld xmlns:p="http://schemas.openxmlformats.org/presentationml/2006/main">
  <p:cSld>
    <p:bg>
      <p:bgPr>
        <a:solidFill xmlns:a="http://schemas.openxmlformats.org/drawingml/2006/main">
          <a:srgbClr val="0B202B"/>
        </a:solidFill>
      </p:bgPr>
    </p:bg>
    <p:spTree>
      <p:nvGrpSpPr>
        <p:cNvPr id="1" name=""/>
        <p:cNvGrpSpPr/>
        <p:nvPr/>
      </p:nvGrpSpPr>
      <p:grpSpPr>
        <a:xfrm xmlns:a="http://schemas.openxmlformats.org/drawingml/2006/main"/>
      </p:grpSpPr>
      <p:sp>
        <p:nvSpPr>
          <p:cNvPr id="21" name="section-label">
            <a:extLst xmlns:a="http://schemas.openxmlformats.org/drawingml/2006/main">
              <a:ext uri="{FF2B5EF4-FFF2-40B4-BE49-F238E27FC236}">
                <a16:creationId xmlns:a16="http://schemas.microsoft.com/office/drawing/2014/main" id="{C446C43B-D5FA-4E20-A92F-00E3FD0FA759}"/>
              </a:ext>
            </a:extLst>
          </p:cNvPr>
          <p:cNvSpPr>
            <a:spLocks xmlns:a="http://schemas.openxmlformats.org/drawingml/2006/main" noGrp="1"/>
          </p:cNvSpPr>
          <p:nvPr/>
        </p:nvSpPr>
        <p:spPr>
          <a:xfrm xmlns:a="http://schemas.openxmlformats.org/drawingml/2006/main">
            <a:off x="685800" y="4381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91D2C5"/>
                </a:solidFill>
                <a:latin typeface="Arial"/>
                <a:ea typeface="Arial"/>
                <a:cs typeface="Arial"/>
              </a:defRPr>
            </a:defPPr>
            <a:lvl1pPr algn="l">
              <a:defRPr sz="1125" b="1">
                <a:solidFill>
                  <a:srgbClr val="91D2C5"/>
                </a:solidFill>
                <a:latin typeface="Arial"/>
                <a:ea typeface="Arial"/>
                <a:cs typeface="Arial"/>
              </a:defRPr>
            </a:lvl1pPr>
            <a:lvl2pPr algn="l">
              <a:defRPr sz="1125" b="1">
                <a:solidFill>
                  <a:srgbClr val="91D2C5"/>
                </a:solidFill>
                <a:latin typeface="Arial"/>
                <a:ea typeface="Arial"/>
                <a:cs typeface="Arial"/>
              </a:defRPr>
            </a:lvl2pPr>
            <a:lvl3pPr algn="l">
              <a:defRPr sz="1125" b="1">
                <a:solidFill>
                  <a:srgbClr val="91D2C5"/>
                </a:solidFill>
                <a:latin typeface="Arial"/>
                <a:ea typeface="Arial"/>
                <a:cs typeface="Arial"/>
              </a:defRPr>
            </a:lvl3pPr>
            <a:lvl4pPr algn="l">
              <a:defRPr sz="1125" b="1">
                <a:solidFill>
                  <a:srgbClr val="91D2C5"/>
                </a:solidFill>
                <a:latin typeface="Arial"/>
                <a:ea typeface="Arial"/>
                <a:cs typeface="Arial"/>
              </a:defRPr>
            </a:lvl4pPr>
            <a:lvl5pPr algn="l">
              <a:defRPr sz="1125" b="1">
                <a:solidFill>
                  <a:srgbClr val="91D2C5"/>
                </a:solidFill>
                <a:latin typeface="Arial"/>
                <a:ea typeface="Arial"/>
                <a:cs typeface="Arial"/>
              </a:defRPr>
            </a:lvl5pPr>
            <a:lvl6pPr algn="l">
              <a:defRPr sz="1125" b="1">
                <a:solidFill>
                  <a:srgbClr val="91D2C5"/>
                </a:solidFill>
                <a:latin typeface="Arial"/>
                <a:ea typeface="Arial"/>
                <a:cs typeface="Arial"/>
              </a:defRPr>
            </a:lvl6pPr>
            <a:lvl7pPr algn="l">
              <a:defRPr sz="1125" b="1">
                <a:solidFill>
                  <a:srgbClr val="91D2C5"/>
                </a:solidFill>
                <a:latin typeface="Arial"/>
                <a:ea typeface="Arial"/>
                <a:cs typeface="Arial"/>
              </a:defRPr>
            </a:lvl7pPr>
            <a:lvl8pPr algn="l">
              <a:defRPr sz="1125" b="1">
                <a:solidFill>
                  <a:srgbClr val="91D2C5"/>
                </a:solidFill>
                <a:latin typeface="Arial"/>
                <a:ea typeface="Arial"/>
                <a:cs typeface="Arial"/>
              </a:defRPr>
            </a:lvl8pPr>
            <a:lvl9pPr algn="l">
              <a:defRPr sz="1125" b="1">
                <a:solidFill>
                  <a:srgbClr val="91D2C5"/>
                </a:solidFill>
                <a:latin typeface="Arial"/>
                <a:ea typeface="Arial"/>
                <a:cs typeface="Arial"/>
              </a:defRPr>
            </a:lvl9pPr>
          </a:lstStyle>
          <a:p xmlns:a="http://schemas.openxmlformats.org/drawingml/2006/main">
            <a:pPr algn="l">
              <a:lnSpc>
                <a:spcPct val="105000"/>
              </a:lnSpc>
              <a:buNone/>
              <a:defRPr sz="1125" b="1">
                <a:solidFill>
                  <a:srgbClr val="91D2C5"/>
                </a:solidFill>
                <a:latin typeface="Arial"/>
                <a:ea typeface="Arial"/>
                <a:cs typeface="Arial"/>
              </a:defRPr>
            </a:pPr>
            <a:r>
              <a:rPr sz="1125" b="1">
                <a:solidFill>
                  <a:srgbClr val="91D2C5"/>
                </a:solidFill>
                <a:latin typeface="Arial"/>
                <a:ea typeface="Arial"/>
                <a:cs typeface="Arial"/>
              </a:rPr>
              <a:t>BUSINESS MODEL HYPOTHESIS</a:t>
            </a:r>
          </a:p>
        </p:txBody>
      </p:sp>
      <p:sp>
        <p:nvSpPr>
          <p:cNvPr id="2" name="slide-title">
            <a:extLst xmlns:a="http://schemas.openxmlformats.org/drawingml/2006/main">
              <a:ext uri="{FF2B5EF4-FFF2-40B4-BE49-F238E27FC236}">
                <a16:creationId xmlns:a16="http://schemas.microsoft.com/office/drawing/2014/main" id="{891D7074-ADD1-4895-BA23-1C6FC32F5959}"/>
              </a:ext>
            </a:extLst>
          </p:cNvPr>
          <p:cNvSpPr>
            <a:spLocks xmlns:a="http://schemas.openxmlformats.org/drawingml/2006/main" noGrp="1"/>
          </p:cNvSpPr>
          <p:nvPr/>
        </p:nvSpPr>
        <p:spPr>
          <a:xfrm xmlns:a="http://schemas.openxmlformats.org/drawingml/2006/main">
            <a:off x="685800" y="790575"/>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Arial"/>
                <a:ea typeface="Arial"/>
                <a:cs typeface="Arial"/>
              </a:defRPr>
            </a:defPPr>
            <a:lvl1pPr algn="l">
              <a:defRPr sz="3225" b="1">
                <a:solidFill>
                  <a:srgbClr val="FFFFFF"/>
                </a:solidFill>
                <a:latin typeface="Arial"/>
                <a:ea typeface="Arial"/>
                <a:cs typeface="Arial"/>
              </a:defRPr>
            </a:lvl1pPr>
            <a:lvl2pPr algn="l">
              <a:defRPr sz="3225" b="1">
                <a:solidFill>
                  <a:srgbClr val="FFFFFF"/>
                </a:solidFill>
                <a:latin typeface="Arial"/>
                <a:ea typeface="Arial"/>
                <a:cs typeface="Arial"/>
              </a:defRPr>
            </a:lvl2pPr>
            <a:lvl3pPr algn="l">
              <a:defRPr sz="3225" b="1">
                <a:solidFill>
                  <a:srgbClr val="FFFFFF"/>
                </a:solidFill>
                <a:latin typeface="Arial"/>
                <a:ea typeface="Arial"/>
                <a:cs typeface="Arial"/>
              </a:defRPr>
            </a:lvl3pPr>
            <a:lvl4pPr algn="l">
              <a:defRPr sz="3225" b="1">
                <a:solidFill>
                  <a:srgbClr val="FFFFFF"/>
                </a:solidFill>
                <a:latin typeface="Arial"/>
                <a:ea typeface="Arial"/>
                <a:cs typeface="Arial"/>
              </a:defRPr>
            </a:lvl4pPr>
            <a:lvl5pPr algn="l">
              <a:defRPr sz="3225" b="1">
                <a:solidFill>
                  <a:srgbClr val="FFFFFF"/>
                </a:solidFill>
                <a:latin typeface="Arial"/>
                <a:ea typeface="Arial"/>
                <a:cs typeface="Arial"/>
              </a:defRPr>
            </a:lvl5pPr>
            <a:lvl6pPr algn="l">
              <a:defRPr sz="3225" b="1">
                <a:solidFill>
                  <a:srgbClr val="FFFFFF"/>
                </a:solidFill>
                <a:latin typeface="Arial"/>
                <a:ea typeface="Arial"/>
                <a:cs typeface="Arial"/>
              </a:defRPr>
            </a:lvl6pPr>
            <a:lvl7pPr algn="l">
              <a:defRPr sz="3225" b="1">
                <a:solidFill>
                  <a:srgbClr val="FFFFFF"/>
                </a:solidFill>
                <a:latin typeface="Arial"/>
                <a:ea typeface="Arial"/>
                <a:cs typeface="Arial"/>
              </a:defRPr>
            </a:lvl7pPr>
            <a:lvl8pPr algn="l">
              <a:defRPr sz="3225" b="1">
                <a:solidFill>
                  <a:srgbClr val="FFFFFF"/>
                </a:solidFill>
                <a:latin typeface="Arial"/>
                <a:ea typeface="Arial"/>
                <a:cs typeface="Arial"/>
              </a:defRPr>
            </a:lvl8pPr>
            <a:lvl9pPr algn="l">
              <a:defRPr sz="3225" b="1">
                <a:solidFill>
                  <a:srgbClr val="FFFFFF"/>
                </a:solidFill>
                <a:latin typeface="Arial"/>
                <a:ea typeface="Arial"/>
                <a:cs typeface="Arial"/>
              </a:defRPr>
            </a:lvl9pPr>
          </a:lstStyle>
          <a:p xmlns:a="http://schemas.openxmlformats.org/drawingml/2006/main">
            <a:pPr algn="l">
              <a:lnSpc>
                <a:spcPct val="98000"/>
              </a:lnSpc>
              <a:buNone/>
              <a:defRPr sz="3225" b="1">
                <a:solidFill>
                  <a:srgbClr val="FFFFFF"/>
                </a:solidFill>
                <a:latin typeface="Arial"/>
                <a:ea typeface="Arial"/>
                <a:cs typeface="Arial"/>
              </a:defRPr>
            </a:pPr>
            <a:r>
              <a:rPr sz="3225" b="1">
                <a:solidFill>
                  <a:srgbClr val="FFFFFF"/>
                </a:solidFill>
                <a:latin typeface="Arial"/>
                <a:ea typeface="Arial"/>
                <a:cs typeface="Arial"/>
              </a:rPr>
              <a:t>Commercial model: test workflow value first</a:t>
            </a:r>
          </a:p>
        </p:txBody>
      </p:sp>
      <p:sp>
        <p:nvSpPr>
          <p:cNvPr id="3" name="model-intro">
            <a:extLst xmlns:a="http://schemas.openxmlformats.org/drawingml/2006/main">
              <a:ext uri="{FF2B5EF4-FFF2-40B4-BE49-F238E27FC236}">
                <a16:creationId xmlns:a16="http://schemas.microsoft.com/office/drawing/2014/main" id="{5956998B-7594-4A2B-B69B-51F3C927B6EE}"/>
              </a:ext>
            </a:extLst>
          </p:cNvPr>
          <p:cNvSpPr>
            <a:spLocks xmlns:a="http://schemas.openxmlformats.org/drawingml/2006/main" noGrp="1"/>
          </p:cNvSpPr>
          <p:nvPr/>
        </p:nvSpPr>
        <p:spPr>
          <a:xfrm xmlns:a="http://schemas.openxmlformats.org/drawingml/2006/main">
            <a:off x="723900" y="1762125"/>
            <a:ext cx="1019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lnSpc>
                <a:spcPct val="104000"/>
              </a:lnSpc>
              <a:buNone/>
              <a:defRPr sz="1875" b="1">
                <a:solidFill>
                  <a:srgbClr val="FFFFFF"/>
                </a:solidFill>
                <a:latin typeface="Arial"/>
                <a:ea typeface="Arial"/>
                <a:cs typeface="Arial"/>
              </a:defRPr>
            </a:pPr>
            <a:r>
              <a:rPr sz="1875" b="1">
                <a:solidFill>
                  <a:srgbClr val="FFFFFF"/>
                </a:solidFill>
                <a:latin typeface="Arial"/>
                <a:ea typeface="Arial"/>
                <a:cs typeface="Arial"/>
              </a:rPr>
              <a:t>Start with a narrow job where source checks and human review reduce avoidable rework.</a:t>
            </a:r>
          </a:p>
        </p:txBody>
      </p:sp>
      <p:sp>
        <p:nvSpPr>
          <p:cNvPr id="4" name="segment-heading">
            <a:extLst xmlns:a="http://schemas.openxmlformats.org/drawingml/2006/main">
              <a:ext uri="{FF2B5EF4-FFF2-40B4-BE49-F238E27FC236}">
                <a16:creationId xmlns:a16="http://schemas.microsoft.com/office/drawing/2014/main" id="{1B329782-805E-4F3C-9C2A-00EDC33A7132}"/>
              </a:ext>
            </a:extLst>
          </p:cNvPr>
          <p:cNvSpPr>
            <a:spLocks xmlns:a="http://schemas.openxmlformats.org/drawingml/2006/main" noGrp="1"/>
          </p:cNvSpPr>
          <p:nvPr/>
        </p:nvSpPr>
        <p:spPr>
          <a:xfrm xmlns:a="http://schemas.openxmlformats.org/drawingml/2006/main">
            <a:off x="723900" y="2733675"/>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91D2C5"/>
                </a:solidFill>
                <a:latin typeface="Arial"/>
                <a:ea typeface="Arial"/>
                <a:cs typeface="Arial"/>
              </a:defRPr>
            </a:defPPr>
            <a:lvl1pPr algn="l">
              <a:defRPr sz="1125" b="1">
                <a:solidFill>
                  <a:srgbClr val="91D2C5"/>
                </a:solidFill>
                <a:latin typeface="Arial"/>
                <a:ea typeface="Arial"/>
                <a:cs typeface="Arial"/>
              </a:defRPr>
            </a:lvl1pPr>
            <a:lvl2pPr algn="l">
              <a:defRPr sz="1125" b="1">
                <a:solidFill>
                  <a:srgbClr val="91D2C5"/>
                </a:solidFill>
                <a:latin typeface="Arial"/>
                <a:ea typeface="Arial"/>
                <a:cs typeface="Arial"/>
              </a:defRPr>
            </a:lvl2pPr>
            <a:lvl3pPr algn="l">
              <a:defRPr sz="1125" b="1">
                <a:solidFill>
                  <a:srgbClr val="91D2C5"/>
                </a:solidFill>
                <a:latin typeface="Arial"/>
                <a:ea typeface="Arial"/>
                <a:cs typeface="Arial"/>
              </a:defRPr>
            </a:lvl3pPr>
            <a:lvl4pPr algn="l">
              <a:defRPr sz="1125" b="1">
                <a:solidFill>
                  <a:srgbClr val="91D2C5"/>
                </a:solidFill>
                <a:latin typeface="Arial"/>
                <a:ea typeface="Arial"/>
                <a:cs typeface="Arial"/>
              </a:defRPr>
            </a:lvl4pPr>
            <a:lvl5pPr algn="l">
              <a:defRPr sz="1125" b="1">
                <a:solidFill>
                  <a:srgbClr val="91D2C5"/>
                </a:solidFill>
                <a:latin typeface="Arial"/>
                <a:ea typeface="Arial"/>
                <a:cs typeface="Arial"/>
              </a:defRPr>
            </a:lvl5pPr>
            <a:lvl6pPr algn="l">
              <a:defRPr sz="1125" b="1">
                <a:solidFill>
                  <a:srgbClr val="91D2C5"/>
                </a:solidFill>
                <a:latin typeface="Arial"/>
                <a:ea typeface="Arial"/>
                <a:cs typeface="Arial"/>
              </a:defRPr>
            </a:lvl6pPr>
            <a:lvl7pPr algn="l">
              <a:defRPr sz="1125" b="1">
                <a:solidFill>
                  <a:srgbClr val="91D2C5"/>
                </a:solidFill>
                <a:latin typeface="Arial"/>
                <a:ea typeface="Arial"/>
                <a:cs typeface="Arial"/>
              </a:defRPr>
            </a:lvl7pPr>
            <a:lvl8pPr algn="l">
              <a:defRPr sz="1125" b="1">
                <a:solidFill>
                  <a:srgbClr val="91D2C5"/>
                </a:solidFill>
                <a:latin typeface="Arial"/>
                <a:ea typeface="Arial"/>
                <a:cs typeface="Arial"/>
              </a:defRPr>
            </a:lvl8pPr>
            <a:lvl9pPr algn="l">
              <a:defRPr sz="1125" b="1">
                <a:solidFill>
                  <a:srgbClr val="91D2C5"/>
                </a:solidFill>
                <a:latin typeface="Arial"/>
                <a:ea typeface="Arial"/>
                <a:cs typeface="Arial"/>
              </a:defRPr>
            </a:lvl9pPr>
          </a:lstStyle>
          <a:p xmlns:a="http://schemas.openxmlformats.org/drawingml/2006/main">
            <a:pPr algn="l">
              <a:lnSpc>
                <a:spcPct val="105000"/>
              </a:lnSpc>
              <a:buNone/>
              <a:defRPr sz="1125" b="1">
                <a:solidFill>
                  <a:srgbClr val="91D2C5"/>
                </a:solidFill>
                <a:latin typeface="Arial"/>
                <a:ea typeface="Arial"/>
                <a:cs typeface="Arial"/>
              </a:defRPr>
            </a:pPr>
            <a:r>
              <a:rPr sz="1125" b="1">
                <a:solidFill>
                  <a:srgbClr val="91D2C5"/>
                </a:solidFill>
                <a:latin typeface="Arial"/>
                <a:ea typeface="Arial"/>
                <a:cs typeface="Arial"/>
              </a:rPr>
              <a:t>POTENTIAL USERS</a:t>
            </a:r>
          </a:p>
        </p:txBody>
      </p:sp>
      <p:sp>
        <p:nvSpPr>
          <p:cNvPr id="5" name="revenue-heading">
            <a:extLst xmlns:a="http://schemas.openxmlformats.org/drawingml/2006/main">
              <a:ext uri="{FF2B5EF4-FFF2-40B4-BE49-F238E27FC236}">
                <a16:creationId xmlns:a16="http://schemas.microsoft.com/office/drawing/2014/main" id="{E8B11DF2-A8CE-4CC2-93DE-28DBD3B549BF}"/>
              </a:ext>
            </a:extLst>
          </p:cNvPr>
          <p:cNvSpPr>
            <a:spLocks xmlns:a="http://schemas.openxmlformats.org/drawingml/2006/main" noGrp="1"/>
          </p:cNvSpPr>
          <p:nvPr/>
        </p:nvSpPr>
        <p:spPr>
          <a:xfrm xmlns:a="http://schemas.openxmlformats.org/drawingml/2006/main">
            <a:off x="6438900" y="2733675"/>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91D2C5"/>
                </a:solidFill>
                <a:latin typeface="Arial"/>
                <a:ea typeface="Arial"/>
                <a:cs typeface="Arial"/>
              </a:defRPr>
            </a:defPPr>
            <a:lvl1pPr algn="l">
              <a:defRPr sz="1125" b="1">
                <a:solidFill>
                  <a:srgbClr val="91D2C5"/>
                </a:solidFill>
                <a:latin typeface="Arial"/>
                <a:ea typeface="Arial"/>
                <a:cs typeface="Arial"/>
              </a:defRPr>
            </a:lvl1pPr>
            <a:lvl2pPr algn="l">
              <a:defRPr sz="1125" b="1">
                <a:solidFill>
                  <a:srgbClr val="91D2C5"/>
                </a:solidFill>
                <a:latin typeface="Arial"/>
                <a:ea typeface="Arial"/>
                <a:cs typeface="Arial"/>
              </a:defRPr>
            </a:lvl2pPr>
            <a:lvl3pPr algn="l">
              <a:defRPr sz="1125" b="1">
                <a:solidFill>
                  <a:srgbClr val="91D2C5"/>
                </a:solidFill>
                <a:latin typeface="Arial"/>
                <a:ea typeface="Arial"/>
                <a:cs typeface="Arial"/>
              </a:defRPr>
            </a:lvl3pPr>
            <a:lvl4pPr algn="l">
              <a:defRPr sz="1125" b="1">
                <a:solidFill>
                  <a:srgbClr val="91D2C5"/>
                </a:solidFill>
                <a:latin typeface="Arial"/>
                <a:ea typeface="Arial"/>
                <a:cs typeface="Arial"/>
              </a:defRPr>
            </a:lvl4pPr>
            <a:lvl5pPr algn="l">
              <a:defRPr sz="1125" b="1">
                <a:solidFill>
                  <a:srgbClr val="91D2C5"/>
                </a:solidFill>
                <a:latin typeface="Arial"/>
                <a:ea typeface="Arial"/>
                <a:cs typeface="Arial"/>
              </a:defRPr>
            </a:lvl5pPr>
            <a:lvl6pPr algn="l">
              <a:defRPr sz="1125" b="1">
                <a:solidFill>
                  <a:srgbClr val="91D2C5"/>
                </a:solidFill>
                <a:latin typeface="Arial"/>
                <a:ea typeface="Arial"/>
                <a:cs typeface="Arial"/>
              </a:defRPr>
            </a:lvl6pPr>
            <a:lvl7pPr algn="l">
              <a:defRPr sz="1125" b="1">
                <a:solidFill>
                  <a:srgbClr val="91D2C5"/>
                </a:solidFill>
                <a:latin typeface="Arial"/>
                <a:ea typeface="Arial"/>
                <a:cs typeface="Arial"/>
              </a:defRPr>
            </a:lvl7pPr>
            <a:lvl8pPr algn="l">
              <a:defRPr sz="1125" b="1">
                <a:solidFill>
                  <a:srgbClr val="91D2C5"/>
                </a:solidFill>
                <a:latin typeface="Arial"/>
                <a:ea typeface="Arial"/>
                <a:cs typeface="Arial"/>
              </a:defRPr>
            </a:lvl8pPr>
            <a:lvl9pPr algn="l">
              <a:defRPr sz="1125" b="1">
                <a:solidFill>
                  <a:srgbClr val="91D2C5"/>
                </a:solidFill>
                <a:latin typeface="Arial"/>
                <a:ea typeface="Arial"/>
                <a:cs typeface="Arial"/>
              </a:defRPr>
            </a:lvl9pPr>
          </a:lstStyle>
          <a:p xmlns:a="http://schemas.openxmlformats.org/drawingml/2006/main">
            <a:pPr algn="l">
              <a:lnSpc>
                <a:spcPct val="105000"/>
              </a:lnSpc>
              <a:buNone/>
              <a:defRPr sz="1125" b="1">
                <a:solidFill>
                  <a:srgbClr val="91D2C5"/>
                </a:solidFill>
                <a:latin typeface="Arial"/>
                <a:ea typeface="Arial"/>
                <a:cs typeface="Arial"/>
              </a:defRPr>
            </a:pPr>
            <a:r>
              <a:rPr sz="1125" b="1">
                <a:solidFill>
                  <a:srgbClr val="91D2C5"/>
                </a:solidFill>
                <a:latin typeface="Arial"/>
                <a:ea typeface="Arial"/>
                <a:cs typeface="Arial"/>
              </a:rPr>
              <a:t>REVENUE EXPERIMENTS</a:t>
            </a:r>
          </a:p>
        </p:txBody>
      </p:sp>
      <p:sp>
        <p:nvSpPr>
          <p:cNvPr id="6" name="divider">
            <a:extLst xmlns:a="http://schemas.openxmlformats.org/drawingml/2006/main">
              <a:ext uri="{FF2B5EF4-FFF2-40B4-BE49-F238E27FC236}">
                <a16:creationId xmlns:a16="http://schemas.microsoft.com/office/drawing/2014/main" id="{CC8D236C-E7AA-42B6-B29F-81A03C57F940}"/>
              </a:ext>
            </a:extLst>
          </p:cNvPr>
          <p:cNvSpPr>
            <a:spLocks xmlns:a="http://schemas.openxmlformats.org/drawingml/2006/main" noGrp="1"/>
          </p:cNvSpPr>
          <p:nvPr/>
        </p:nvSpPr>
        <p:spPr>
          <a:xfrm xmlns:a="http://schemas.openxmlformats.org/drawingml/2006/main">
            <a:off x="723900" y="3057525"/>
            <a:ext cx="4667250" cy="19050"/>
          </a:xfrm>
          <a:prstGeom xmlns:a="http://schemas.openxmlformats.org/drawingml/2006/main" prst="rect">
            <a:avLst/>
          </a:prstGeom>
          <a:solidFill xmlns:a="http://schemas.openxmlformats.org/drawingml/2006/main">
            <a:srgbClr val="34515B"/>
          </a:solidFill>
          <a:ln xmlns:a="http://schemas.openxmlformats.org/drawingml/2006/main" w="0">
            <a:noFill/>
            <a:prstDash val="solid"/>
          </a:ln>
        </p:spPr>
      </p:sp>
      <p:sp>
        <p:nvSpPr>
          <p:cNvPr id="7" name="divider">
            <a:extLst xmlns:a="http://schemas.openxmlformats.org/drawingml/2006/main">
              <a:ext uri="{FF2B5EF4-FFF2-40B4-BE49-F238E27FC236}">
                <a16:creationId xmlns:a16="http://schemas.microsoft.com/office/drawing/2014/main" id="{657743CC-16CB-4690-A828-89B06DD898E5}"/>
              </a:ext>
            </a:extLst>
          </p:cNvPr>
          <p:cNvSpPr>
            <a:spLocks xmlns:a="http://schemas.openxmlformats.org/drawingml/2006/main" noGrp="1"/>
          </p:cNvSpPr>
          <p:nvPr/>
        </p:nvSpPr>
        <p:spPr>
          <a:xfrm xmlns:a="http://schemas.openxmlformats.org/drawingml/2006/main">
            <a:off x="6438900" y="3057525"/>
            <a:ext cx="4762500" cy="19050"/>
          </a:xfrm>
          <a:prstGeom xmlns:a="http://schemas.openxmlformats.org/drawingml/2006/main" prst="rect">
            <a:avLst/>
          </a:prstGeom>
          <a:solidFill xmlns:a="http://schemas.openxmlformats.org/drawingml/2006/main">
            <a:srgbClr val="34515B"/>
          </a:solidFill>
          <a:ln xmlns:a="http://schemas.openxmlformats.org/drawingml/2006/main" w="0">
            <a:noFill/>
            <a:prstDash val="solid"/>
          </a:ln>
        </p:spPr>
      </p:sp>
      <p:sp>
        <p:nvSpPr>
          <p:cNvPr id="8" name="user-row-head-0">
            <a:extLst xmlns:a="http://schemas.openxmlformats.org/drawingml/2006/main">
              <a:ext uri="{FF2B5EF4-FFF2-40B4-BE49-F238E27FC236}">
                <a16:creationId xmlns:a16="http://schemas.microsoft.com/office/drawing/2014/main" id="{4E75038E-BD7D-44B7-A41F-A34D47EC4E89}"/>
              </a:ext>
            </a:extLst>
          </p:cNvPr>
          <p:cNvSpPr>
            <a:spLocks xmlns:a="http://schemas.openxmlformats.org/drawingml/2006/main" noGrp="1"/>
          </p:cNvSpPr>
          <p:nvPr/>
        </p:nvSpPr>
        <p:spPr>
          <a:xfrm xmlns:a="http://schemas.openxmlformats.org/drawingml/2006/main">
            <a:off x="723900" y="3343275"/>
            <a:ext cx="1619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FFFFF"/>
                </a:solidFill>
                <a:latin typeface="Arial"/>
                <a:ea typeface="Arial"/>
                <a:cs typeface="Arial"/>
              </a:defRPr>
            </a:defPPr>
            <a:lvl1pPr algn="l">
              <a:defRPr sz="1575" b="1">
                <a:solidFill>
                  <a:srgbClr val="FFFFFF"/>
                </a:solidFill>
                <a:latin typeface="Arial"/>
                <a:ea typeface="Arial"/>
                <a:cs typeface="Arial"/>
              </a:defRPr>
            </a:lvl1pPr>
            <a:lvl2pPr algn="l">
              <a:defRPr sz="1575" b="1">
                <a:solidFill>
                  <a:srgbClr val="FFFFFF"/>
                </a:solidFill>
                <a:latin typeface="Arial"/>
                <a:ea typeface="Arial"/>
                <a:cs typeface="Arial"/>
              </a:defRPr>
            </a:lvl2pPr>
            <a:lvl3pPr algn="l">
              <a:defRPr sz="1575" b="1">
                <a:solidFill>
                  <a:srgbClr val="FFFFFF"/>
                </a:solidFill>
                <a:latin typeface="Arial"/>
                <a:ea typeface="Arial"/>
                <a:cs typeface="Arial"/>
              </a:defRPr>
            </a:lvl3pPr>
            <a:lvl4pPr algn="l">
              <a:defRPr sz="1575" b="1">
                <a:solidFill>
                  <a:srgbClr val="FFFFFF"/>
                </a:solidFill>
                <a:latin typeface="Arial"/>
                <a:ea typeface="Arial"/>
                <a:cs typeface="Arial"/>
              </a:defRPr>
            </a:lvl4pPr>
            <a:lvl5pPr algn="l">
              <a:defRPr sz="1575" b="1">
                <a:solidFill>
                  <a:srgbClr val="FFFFFF"/>
                </a:solidFill>
                <a:latin typeface="Arial"/>
                <a:ea typeface="Arial"/>
                <a:cs typeface="Arial"/>
              </a:defRPr>
            </a:lvl5pPr>
            <a:lvl6pPr algn="l">
              <a:defRPr sz="1575" b="1">
                <a:solidFill>
                  <a:srgbClr val="FFFFFF"/>
                </a:solidFill>
                <a:latin typeface="Arial"/>
                <a:ea typeface="Arial"/>
                <a:cs typeface="Arial"/>
              </a:defRPr>
            </a:lvl6pPr>
            <a:lvl7pPr algn="l">
              <a:defRPr sz="1575" b="1">
                <a:solidFill>
                  <a:srgbClr val="FFFFFF"/>
                </a:solidFill>
                <a:latin typeface="Arial"/>
                <a:ea typeface="Arial"/>
                <a:cs typeface="Arial"/>
              </a:defRPr>
            </a:lvl7pPr>
            <a:lvl8pPr algn="l">
              <a:defRPr sz="1575" b="1">
                <a:solidFill>
                  <a:srgbClr val="FFFFFF"/>
                </a:solidFill>
                <a:latin typeface="Arial"/>
                <a:ea typeface="Arial"/>
                <a:cs typeface="Arial"/>
              </a:defRPr>
            </a:lvl8pPr>
            <a:lvl9pPr algn="l">
              <a:defRPr sz="1575" b="1">
                <a:solidFill>
                  <a:srgbClr val="FFFFFF"/>
                </a:solidFill>
                <a:latin typeface="Arial"/>
                <a:ea typeface="Arial"/>
                <a:cs typeface="Arial"/>
              </a:defRPr>
            </a:lvl9pPr>
          </a:lstStyle>
          <a:p xmlns:a="http://schemas.openxmlformats.org/drawingml/2006/main">
            <a:pPr algn="l">
              <a:lnSpc>
                <a:spcPct val="105000"/>
              </a:lnSpc>
              <a:buNone/>
              <a:defRPr sz="1575" b="1">
                <a:solidFill>
                  <a:srgbClr val="FFFFFF"/>
                </a:solidFill>
                <a:latin typeface="Arial"/>
                <a:ea typeface="Arial"/>
                <a:cs typeface="Arial"/>
              </a:defRPr>
            </a:pPr>
            <a:r>
              <a:rPr sz="1575" b="1">
                <a:solidFill>
                  <a:srgbClr val="FFFFFF"/>
                </a:solidFill>
                <a:latin typeface="Arial"/>
                <a:ea typeface="Arial"/>
                <a:cs typeface="Arial"/>
              </a:rPr>
              <a:t>Citizens</a:t>
            </a:r>
          </a:p>
        </p:txBody>
      </p:sp>
      <p:sp>
        <p:nvSpPr>
          <p:cNvPr id="9" name="user-row-body-0">
            <a:extLst xmlns:a="http://schemas.openxmlformats.org/drawingml/2006/main">
              <a:ext uri="{FF2B5EF4-FFF2-40B4-BE49-F238E27FC236}">
                <a16:creationId xmlns:a16="http://schemas.microsoft.com/office/drawing/2014/main" id="{FB7D86B0-B2E7-41C8-89F4-C2ACB4B8BBA8}"/>
              </a:ext>
            </a:extLst>
          </p:cNvPr>
          <p:cNvSpPr>
            <a:spLocks xmlns:a="http://schemas.openxmlformats.org/drawingml/2006/main" noGrp="1"/>
          </p:cNvSpPr>
          <p:nvPr/>
        </p:nvSpPr>
        <p:spPr>
          <a:xfrm xmlns:a="http://schemas.openxmlformats.org/drawingml/2006/main">
            <a:off x="2381250" y="3352800"/>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9CAC8"/>
                </a:solidFill>
                <a:latin typeface="Arial"/>
                <a:ea typeface="Arial"/>
                <a:cs typeface="Arial"/>
              </a:defRPr>
            </a:defPPr>
            <a:lvl1pPr algn="l">
              <a:defRPr sz="1275" b="0">
                <a:solidFill>
                  <a:srgbClr val="B9CAC8"/>
                </a:solidFill>
                <a:latin typeface="Arial"/>
                <a:ea typeface="Arial"/>
                <a:cs typeface="Arial"/>
              </a:defRPr>
            </a:lvl1pPr>
            <a:lvl2pPr algn="l">
              <a:defRPr sz="1275" b="0">
                <a:solidFill>
                  <a:srgbClr val="B9CAC8"/>
                </a:solidFill>
                <a:latin typeface="Arial"/>
                <a:ea typeface="Arial"/>
                <a:cs typeface="Arial"/>
              </a:defRPr>
            </a:lvl2pPr>
            <a:lvl3pPr algn="l">
              <a:defRPr sz="1275" b="0">
                <a:solidFill>
                  <a:srgbClr val="B9CAC8"/>
                </a:solidFill>
                <a:latin typeface="Arial"/>
                <a:ea typeface="Arial"/>
                <a:cs typeface="Arial"/>
              </a:defRPr>
            </a:lvl3pPr>
            <a:lvl4pPr algn="l">
              <a:defRPr sz="1275" b="0">
                <a:solidFill>
                  <a:srgbClr val="B9CAC8"/>
                </a:solidFill>
                <a:latin typeface="Arial"/>
                <a:ea typeface="Arial"/>
                <a:cs typeface="Arial"/>
              </a:defRPr>
            </a:lvl4pPr>
            <a:lvl5pPr algn="l">
              <a:defRPr sz="1275" b="0">
                <a:solidFill>
                  <a:srgbClr val="B9CAC8"/>
                </a:solidFill>
                <a:latin typeface="Arial"/>
                <a:ea typeface="Arial"/>
                <a:cs typeface="Arial"/>
              </a:defRPr>
            </a:lvl5pPr>
            <a:lvl6pPr algn="l">
              <a:defRPr sz="1275" b="0">
                <a:solidFill>
                  <a:srgbClr val="B9CAC8"/>
                </a:solidFill>
                <a:latin typeface="Arial"/>
                <a:ea typeface="Arial"/>
                <a:cs typeface="Arial"/>
              </a:defRPr>
            </a:lvl6pPr>
            <a:lvl7pPr algn="l">
              <a:defRPr sz="1275" b="0">
                <a:solidFill>
                  <a:srgbClr val="B9CAC8"/>
                </a:solidFill>
                <a:latin typeface="Arial"/>
                <a:ea typeface="Arial"/>
                <a:cs typeface="Arial"/>
              </a:defRPr>
            </a:lvl7pPr>
            <a:lvl8pPr algn="l">
              <a:defRPr sz="1275" b="0">
                <a:solidFill>
                  <a:srgbClr val="B9CAC8"/>
                </a:solidFill>
                <a:latin typeface="Arial"/>
                <a:ea typeface="Arial"/>
                <a:cs typeface="Arial"/>
              </a:defRPr>
            </a:lvl8pPr>
            <a:lvl9pPr algn="l">
              <a:defRPr sz="1275" b="0">
                <a:solidFill>
                  <a:srgbClr val="B9CAC8"/>
                </a:solidFill>
                <a:latin typeface="Arial"/>
                <a:ea typeface="Arial"/>
                <a:cs typeface="Arial"/>
              </a:defRPr>
            </a:lvl9pPr>
          </a:lstStyle>
          <a:p xmlns:a="http://schemas.openxmlformats.org/drawingml/2006/main">
            <a:pPr algn="l">
              <a:lnSpc>
                <a:spcPct val="105000"/>
              </a:lnSpc>
              <a:buNone/>
              <a:defRPr sz="1275" b="0">
                <a:solidFill>
                  <a:srgbClr val="B9CAC8"/>
                </a:solidFill>
                <a:latin typeface="Arial"/>
                <a:ea typeface="Arial"/>
                <a:cs typeface="Arial"/>
              </a:defRPr>
            </a:pPr>
            <a:r>
              <a:rPr sz="1275" b="0">
                <a:solidFill>
                  <a:srgbClr val="B9CAC8"/>
                </a:solidFill>
                <a:latin typeface="Arial"/>
                <a:ea typeface="Arial"/>
                <a:cs typeface="Arial"/>
              </a:rPr>
              <a:t>Guided information and document preparation</a:t>
            </a:r>
          </a:p>
        </p:txBody>
      </p:sp>
      <p:sp>
        <p:nvSpPr>
          <p:cNvPr id="10" name="user-row-head-1">
            <a:extLst xmlns:a="http://schemas.openxmlformats.org/drawingml/2006/main">
              <a:ext uri="{FF2B5EF4-FFF2-40B4-BE49-F238E27FC236}">
                <a16:creationId xmlns:a16="http://schemas.microsoft.com/office/drawing/2014/main" id="{8B49C12D-F2C6-4F87-80CC-301D1B74F906}"/>
              </a:ext>
            </a:extLst>
          </p:cNvPr>
          <p:cNvSpPr>
            <a:spLocks xmlns:a="http://schemas.openxmlformats.org/drawingml/2006/main" noGrp="1"/>
          </p:cNvSpPr>
          <p:nvPr/>
        </p:nvSpPr>
        <p:spPr>
          <a:xfrm xmlns:a="http://schemas.openxmlformats.org/drawingml/2006/main">
            <a:off x="723900" y="4029075"/>
            <a:ext cx="1619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FFFFF"/>
                </a:solidFill>
                <a:latin typeface="Arial"/>
                <a:ea typeface="Arial"/>
                <a:cs typeface="Arial"/>
              </a:defRPr>
            </a:defPPr>
            <a:lvl1pPr algn="l">
              <a:defRPr sz="1575" b="1">
                <a:solidFill>
                  <a:srgbClr val="FFFFFF"/>
                </a:solidFill>
                <a:latin typeface="Arial"/>
                <a:ea typeface="Arial"/>
                <a:cs typeface="Arial"/>
              </a:defRPr>
            </a:lvl1pPr>
            <a:lvl2pPr algn="l">
              <a:defRPr sz="1575" b="1">
                <a:solidFill>
                  <a:srgbClr val="FFFFFF"/>
                </a:solidFill>
                <a:latin typeface="Arial"/>
                <a:ea typeface="Arial"/>
                <a:cs typeface="Arial"/>
              </a:defRPr>
            </a:lvl2pPr>
            <a:lvl3pPr algn="l">
              <a:defRPr sz="1575" b="1">
                <a:solidFill>
                  <a:srgbClr val="FFFFFF"/>
                </a:solidFill>
                <a:latin typeface="Arial"/>
                <a:ea typeface="Arial"/>
                <a:cs typeface="Arial"/>
              </a:defRPr>
            </a:lvl3pPr>
            <a:lvl4pPr algn="l">
              <a:defRPr sz="1575" b="1">
                <a:solidFill>
                  <a:srgbClr val="FFFFFF"/>
                </a:solidFill>
                <a:latin typeface="Arial"/>
                <a:ea typeface="Arial"/>
                <a:cs typeface="Arial"/>
              </a:defRPr>
            </a:lvl4pPr>
            <a:lvl5pPr algn="l">
              <a:defRPr sz="1575" b="1">
                <a:solidFill>
                  <a:srgbClr val="FFFFFF"/>
                </a:solidFill>
                <a:latin typeface="Arial"/>
                <a:ea typeface="Arial"/>
                <a:cs typeface="Arial"/>
              </a:defRPr>
            </a:lvl5pPr>
            <a:lvl6pPr algn="l">
              <a:defRPr sz="1575" b="1">
                <a:solidFill>
                  <a:srgbClr val="FFFFFF"/>
                </a:solidFill>
                <a:latin typeface="Arial"/>
                <a:ea typeface="Arial"/>
                <a:cs typeface="Arial"/>
              </a:defRPr>
            </a:lvl6pPr>
            <a:lvl7pPr algn="l">
              <a:defRPr sz="1575" b="1">
                <a:solidFill>
                  <a:srgbClr val="FFFFFF"/>
                </a:solidFill>
                <a:latin typeface="Arial"/>
                <a:ea typeface="Arial"/>
                <a:cs typeface="Arial"/>
              </a:defRPr>
            </a:lvl7pPr>
            <a:lvl8pPr algn="l">
              <a:defRPr sz="1575" b="1">
                <a:solidFill>
                  <a:srgbClr val="FFFFFF"/>
                </a:solidFill>
                <a:latin typeface="Arial"/>
                <a:ea typeface="Arial"/>
                <a:cs typeface="Arial"/>
              </a:defRPr>
            </a:lvl8pPr>
            <a:lvl9pPr algn="l">
              <a:defRPr sz="1575" b="1">
                <a:solidFill>
                  <a:srgbClr val="FFFFFF"/>
                </a:solidFill>
                <a:latin typeface="Arial"/>
                <a:ea typeface="Arial"/>
                <a:cs typeface="Arial"/>
              </a:defRPr>
            </a:lvl9pPr>
          </a:lstStyle>
          <a:p xmlns:a="http://schemas.openxmlformats.org/drawingml/2006/main">
            <a:pPr algn="l">
              <a:lnSpc>
                <a:spcPct val="105000"/>
              </a:lnSpc>
              <a:buNone/>
              <a:defRPr sz="1575" b="1">
                <a:solidFill>
                  <a:srgbClr val="FFFFFF"/>
                </a:solidFill>
                <a:latin typeface="Arial"/>
                <a:ea typeface="Arial"/>
                <a:cs typeface="Arial"/>
              </a:defRPr>
            </a:pPr>
            <a:r>
              <a:rPr sz="1575" b="1">
                <a:solidFill>
                  <a:srgbClr val="FFFFFF"/>
                </a:solidFill>
                <a:latin typeface="Arial"/>
                <a:ea typeface="Arial"/>
                <a:cs typeface="Arial"/>
              </a:rPr>
              <a:t>Advocates</a:t>
            </a:r>
          </a:p>
        </p:txBody>
      </p:sp>
      <p:sp>
        <p:nvSpPr>
          <p:cNvPr id="11" name="user-row-body-1">
            <a:extLst xmlns:a="http://schemas.openxmlformats.org/drawingml/2006/main">
              <a:ext uri="{FF2B5EF4-FFF2-40B4-BE49-F238E27FC236}">
                <a16:creationId xmlns:a16="http://schemas.microsoft.com/office/drawing/2014/main" id="{737FECCA-8B38-4DAF-A8F0-885449A07736}"/>
              </a:ext>
            </a:extLst>
          </p:cNvPr>
          <p:cNvSpPr>
            <a:spLocks xmlns:a="http://schemas.openxmlformats.org/drawingml/2006/main" noGrp="1"/>
          </p:cNvSpPr>
          <p:nvPr/>
        </p:nvSpPr>
        <p:spPr>
          <a:xfrm xmlns:a="http://schemas.openxmlformats.org/drawingml/2006/main">
            <a:off x="2381250" y="4038600"/>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9CAC8"/>
                </a:solidFill>
                <a:latin typeface="Arial"/>
                <a:ea typeface="Arial"/>
                <a:cs typeface="Arial"/>
              </a:defRPr>
            </a:defPPr>
            <a:lvl1pPr algn="l">
              <a:defRPr sz="1275" b="0">
                <a:solidFill>
                  <a:srgbClr val="B9CAC8"/>
                </a:solidFill>
                <a:latin typeface="Arial"/>
                <a:ea typeface="Arial"/>
                <a:cs typeface="Arial"/>
              </a:defRPr>
            </a:lvl1pPr>
            <a:lvl2pPr algn="l">
              <a:defRPr sz="1275" b="0">
                <a:solidFill>
                  <a:srgbClr val="B9CAC8"/>
                </a:solidFill>
                <a:latin typeface="Arial"/>
                <a:ea typeface="Arial"/>
                <a:cs typeface="Arial"/>
              </a:defRPr>
            </a:lvl2pPr>
            <a:lvl3pPr algn="l">
              <a:defRPr sz="1275" b="0">
                <a:solidFill>
                  <a:srgbClr val="B9CAC8"/>
                </a:solidFill>
                <a:latin typeface="Arial"/>
                <a:ea typeface="Arial"/>
                <a:cs typeface="Arial"/>
              </a:defRPr>
            </a:lvl3pPr>
            <a:lvl4pPr algn="l">
              <a:defRPr sz="1275" b="0">
                <a:solidFill>
                  <a:srgbClr val="B9CAC8"/>
                </a:solidFill>
                <a:latin typeface="Arial"/>
                <a:ea typeface="Arial"/>
                <a:cs typeface="Arial"/>
              </a:defRPr>
            </a:lvl4pPr>
            <a:lvl5pPr algn="l">
              <a:defRPr sz="1275" b="0">
                <a:solidFill>
                  <a:srgbClr val="B9CAC8"/>
                </a:solidFill>
                <a:latin typeface="Arial"/>
                <a:ea typeface="Arial"/>
                <a:cs typeface="Arial"/>
              </a:defRPr>
            </a:lvl5pPr>
            <a:lvl6pPr algn="l">
              <a:defRPr sz="1275" b="0">
                <a:solidFill>
                  <a:srgbClr val="B9CAC8"/>
                </a:solidFill>
                <a:latin typeface="Arial"/>
                <a:ea typeface="Arial"/>
                <a:cs typeface="Arial"/>
              </a:defRPr>
            </a:lvl6pPr>
            <a:lvl7pPr algn="l">
              <a:defRPr sz="1275" b="0">
                <a:solidFill>
                  <a:srgbClr val="B9CAC8"/>
                </a:solidFill>
                <a:latin typeface="Arial"/>
                <a:ea typeface="Arial"/>
                <a:cs typeface="Arial"/>
              </a:defRPr>
            </a:lvl7pPr>
            <a:lvl8pPr algn="l">
              <a:defRPr sz="1275" b="0">
                <a:solidFill>
                  <a:srgbClr val="B9CAC8"/>
                </a:solidFill>
                <a:latin typeface="Arial"/>
                <a:ea typeface="Arial"/>
                <a:cs typeface="Arial"/>
              </a:defRPr>
            </a:lvl8pPr>
            <a:lvl9pPr algn="l">
              <a:defRPr sz="1275" b="0">
                <a:solidFill>
                  <a:srgbClr val="B9CAC8"/>
                </a:solidFill>
                <a:latin typeface="Arial"/>
                <a:ea typeface="Arial"/>
                <a:cs typeface="Arial"/>
              </a:defRPr>
            </a:lvl9pPr>
          </a:lstStyle>
          <a:p xmlns:a="http://schemas.openxmlformats.org/drawingml/2006/main">
            <a:pPr algn="l">
              <a:lnSpc>
                <a:spcPct val="105000"/>
              </a:lnSpc>
              <a:buNone/>
              <a:defRPr sz="1275" b="0">
                <a:solidFill>
                  <a:srgbClr val="B9CAC8"/>
                </a:solidFill>
                <a:latin typeface="Arial"/>
                <a:ea typeface="Arial"/>
                <a:cs typeface="Arial"/>
              </a:defRPr>
            </a:pPr>
            <a:r>
              <a:rPr sz="1275" b="0">
                <a:solidFill>
                  <a:srgbClr val="B9CAC8"/>
                </a:solidFill>
                <a:latin typeface="Arial"/>
                <a:ea typeface="Arial"/>
                <a:cs typeface="Arial"/>
              </a:rPr>
              <a:t>Research and repeatable drafting workflow</a:t>
            </a:r>
          </a:p>
        </p:txBody>
      </p:sp>
      <p:sp>
        <p:nvSpPr>
          <p:cNvPr id="12" name="user-row-head-2">
            <a:extLst xmlns:a="http://schemas.openxmlformats.org/drawingml/2006/main">
              <a:ext uri="{FF2B5EF4-FFF2-40B4-BE49-F238E27FC236}">
                <a16:creationId xmlns:a16="http://schemas.microsoft.com/office/drawing/2014/main" id="{FCD84C9D-14C5-43B7-AC98-482A25261B98}"/>
              </a:ext>
            </a:extLst>
          </p:cNvPr>
          <p:cNvSpPr>
            <a:spLocks xmlns:a="http://schemas.openxmlformats.org/drawingml/2006/main" noGrp="1"/>
          </p:cNvSpPr>
          <p:nvPr/>
        </p:nvSpPr>
        <p:spPr>
          <a:xfrm xmlns:a="http://schemas.openxmlformats.org/drawingml/2006/main">
            <a:off x="723900" y="4714875"/>
            <a:ext cx="1619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FFFFF"/>
                </a:solidFill>
                <a:latin typeface="Arial"/>
                <a:ea typeface="Arial"/>
                <a:cs typeface="Arial"/>
              </a:defRPr>
            </a:defPPr>
            <a:lvl1pPr algn="l">
              <a:defRPr sz="1575" b="1">
                <a:solidFill>
                  <a:srgbClr val="FFFFFF"/>
                </a:solidFill>
                <a:latin typeface="Arial"/>
                <a:ea typeface="Arial"/>
                <a:cs typeface="Arial"/>
              </a:defRPr>
            </a:lvl1pPr>
            <a:lvl2pPr algn="l">
              <a:defRPr sz="1575" b="1">
                <a:solidFill>
                  <a:srgbClr val="FFFFFF"/>
                </a:solidFill>
                <a:latin typeface="Arial"/>
                <a:ea typeface="Arial"/>
                <a:cs typeface="Arial"/>
              </a:defRPr>
            </a:lvl2pPr>
            <a:lvl3pPr algn="l">
              <a:defRPr sz="1575" b="1">
                <a:solidFill>
                  <a:srgbClr val="FFFFFF"/>
                </a:solidFill>
                <a:latin typeface="Arial"/>
                <a:ea typeface="Arial"/>
                <a:cs typeface="Arial"/>
              </a:defRPr>
            </a:lvl3pPr>
            <a:lvl4pPr algn="l">
              <a:defRPr sz="1575" b="1">
                <a:solidFill>
                  <a:srgbClr val="FFFFFF"/>
                </a:solidFill>
                <a:latin typeface="Arial"/>
                <a:ea typeface="Arial"/>
                <a:cs typeface="Arial"/>
              </a:defRPr>
            </a:lvl4pPr>
            <a:lvl5pPr algn="l">
              <a:defRPr sz="1575" b="1">
                <a:solidFill>
                  <a:srgbClr val="FFFFFF"/>
                </a:solidFill>
                <a:latin typeface="Arial"/>
                <a:ea typeface="Arial"/>
                <a:cs typeface="Arial"/>
              </a:defRPr>
            </a:lvl5pPr>
            <a:lvl6pPr algn="l">
              <a:defRPr sz="1575" b="1">
                <a:solidFill>
                  <a:srgbClr val="FFFFFF"/>
                </a:solidFill>
                <a:latin typeface="Arial"/>
                <a:ea typeface="Arial"/>
                <a:cs typeface="Arial"/>
              </a:defRPr>
            </a:lvl6pPr>
            <a:lvl7pPr algn="l">
              <a:defRPr sz="1575" b="1">
                <a:solidFill>
                  <a:srgbClr val="FFFFFF"/>
                </a:solidFill>
                <a:latin typeface="Arial"/>
                <a:ea typeface="Arial"/>
                <a:cs typeface="Arial"/>
              </a:defRPr>
            </a:lvl7pPr>
            <a:lvl8pPr algn="l">
              <a:defRPr sz="1575" b="1">
                <a:solidFill>
                  <a:srgbClr val="FFFFFF"/>
                </a:solidFill>
                <a:latin typeface="Arial"/>
                <a:ea typeface="Arial"/>
                <a:cs typeface="Arial"/>
              </a:defRPr>
            </a:lvl8pPr>
            <a:lvl9pPr algn="l">
              <a:defRPr sz="1575" b="1">
                <a:solidFill>
                  <a:srgbClr val="FFFFFF"/>
                </a:solidFill>
                <a:latin typeface="Arial"/>
                <a:ea typeface="Arial"/>
                <a:cs typeface="Arial"/>
              </a:defRPr>
            </a:lvl9pPr>
          </a:lstStyle>
          <a:p xmlns:a="http://schemas.openxmlformats.org/drawingml/2006/main">
            <a:pPr algn="l">
              <a:lnSpc>
                <a:spcPct val="105000"/>
              </a:lnSpc>
              <a:buNone/>
              <a:defRPr sz="1575" b="1">
                <a:solidFill>
                  <a:srgbClr val="FFFFFF"/>
                </a:solidFill>
                <a:latin typeface="Arial"/>
                <a:ea typeface="Arial"/>
                <a:cs typeface="Arial"/>
              </a:defRPr>
            </a:pPr>
            <a:r>
              <a:rPr sz="1575" b="1">
                <a:solidFill>
                  <a:srgbClr val="FFFFFF"/>
                </a:solidFill>
                <a:latin typeface="Arial"/>
                <a:ea typeface="Arial"/>
                <a:cs typeface="Arial"/>
              </a:rPr>
              <a:t>Institutions</a:t>
            </a:r>
          </a:p>
        </p:txBody>
      </p:sp>
      <p:sp>
        <p:nvSpPr>
          <p:cNvPr id="13" name="user-row-body-2">
            <a:extLst xmlns:a="http://schemas.openxmlformats.org/drawingml/2006/main">
              <a:ext uri="{FF2B5EF4-FFF2-40B4-BE49-F238E27FC236}">
                <a16:creationId xmlns:a16="http://schemas.microsoft.com/office/drawing/2014/main" id="{EB0A2B80-C3B9-48E5-9AF9-F2B6B68BC784}"/>
              </a:ext>
            </a:extLst>
          </p:cNvPr>
          <p:cNvSpPr>
            <a:spLocks xmlns:a="http://schemas.openxmlformats.org/drawingml/2006/main" noGrp="1"/>
          </p:cNvSpPr>
          <p:nvPr/>
        </p:nvSpPr>
        <p:spPr>
          <a:xfrm xmlns:a="http://schemas.openxmlformats.org/drawingml/2006/main">
            <a:off x="2381250" y="4724400"/>
            <a:ext cx="300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9CAC8"/>
                </a:solidFill>
                <a:latin typeface="Arial"/>
                <a:ea typeface="Arial"/>
                <a:cs typeface="Arial"/>
              </a:defRPr>
            </a:defPPr>
            <a:lvl1pPr algn="l">
              <a:defRPr sz="1275" b="0">
                <a:solidFill>
                  <a:srgbClr val="B9CAC8"/>
                </a:solidFill>
                <a:latin typeface="Arial"/>
                <a:ea typeface="Arial"/>
                <a:cs typeface="Arial"/>
              </a:defRPr>
            </a:lvl1pPr>
            <a:lvl2pPr algn="l">
              <a:defRPr sz="1275" b="0">
                <a:solidFill>
                  <a:srgbClr val="B9CAC8"/>
                </a:solidFill>
                <a:latin typeface="Arial"/>
                <a:ea typeface="Arial"/>
                <a:cs typeface="Arial"/>
              </a:defRPr>
            </a:lvl2pPr>
            <a:lvl3pPr algn="l">
              <a:defRPr sz="1275" b="0">
                <a:solidFill>
                  <a:srgbClr val="B9CAC8"/>
                </a:solidFill>
                <a:latin typeface="Arial"/>
                <a:ea typeface="Arial"/>
                <a:cs typeface="Arial"/>
              </a:defRPr>
            </a:lvl3pPr>
            <a:lvl4pPr algn="l">
              <a:defRPr sz="1275" b="0">
                <a:solidFill>
                  <a:srgbClr val="B9CAC8"/>
                </a:solidFill>
                <a:latin typeface="Arial"/>
                <a:ea typeface="Arial"/>
                <a:cs typeface="Arial"/>
              </a:defRPr>
            </a:lvl4pPr>
            <a:lvl5pPr algn="l">
              <a:defRPr sz="1275" b="0">
                <a:solidFill>
                  <a:srgbClr val="B9CAC8"/>
                </a:solidFill>
                <a:latin typeface="Arial"/>
                <a:ea typeface="Arial"/>
                <a:cs typeface="Arial"/>
              </a:defRPr>
            </a:lvl5pPr>
            <a:lvl6pPr algn="l">
              <a:defRPr sz="1275" b="0">
                <a:solidFill>
                  <a:srgbClr val="B9CAC8"/>
                </a:solidFill>
                <a:latin typeface="Arial"/>
                <a:ea typeface="Arial"/>
                <a:cs typeface="Arial"/>
              </a:defRPr>
            </a:lvl6pPr>
            <a:lvl7pPr algn="l">
              <a:defRPr sz="1275" b="0">
                <a:solidFill>
                  <a:srgbClr val="B9CAC8"/>
                </a:solidFill>
                <a:latin typeface="Arial"/>
                <a:ea typeface="Arial"/>
                <a:cs typeface="Arial"/>
              </a:defRPr>
            </a:lvl7pPr>
            <a:lvl8pPr algn="l">
              <a:defRPr sz="1275" b="0">
                <a:solidFill>
                  <a:srgbClr val="B9CAC8"/>
                </a:solidFill>
                <a:latin typeface="Arial"/>
                <a:ea typeface="Arial"/>
                <a:cs typeface="Arial"/>
              </a:defRPr>
            </a:lvl8pPr>
            <a:lvl9pPr algn="l">
              <a:defRPr sz="1275" b="0">
                <a:solidFill>
                  <a:srgbClr val="B9CAC8"/>
                </a:solidFill>
                <a:latin typeface="Arial"/>
                <a:ea typeface="Arial"/>
                <a:cs typeface="Arial"/>
              </a:defRPr>
            </a:lvl9pPr>
          </a:lstStyle>
          <a:p xmlns:a="http://schemas.openxmlformats.org/drawingml/2006/main">
            <a:pPr algn="l">
              <a:lnSpc>
                <a:spcPct val="105000"/>
              </a:lnSpc>
              <a:buNone/>
              <a:defRPr sz="1275" b="0">
                <a:solidFill>
                  <a:srgbClr val="B9CAC8"/>
                </a:solidFill>
                <a:latin typeface="Arial"/>
                <a:ea typeface="Arial"/>
                <a:cs typeface="Arial"/>
              </a:defRPr>
            </a:pPr>
            <a:r>
              <a:rPr sz="1275" b="0">
                <a:solidFill>
                  <a:srgbClr val="B9CAC8"/>
                </a:solidFill>
                <a:latin typeface="Arial"/>
                <a:ea typeface="Arial"/>
                <a:cs typeface="Arial"/>
              </a:rPr>
              <a:t>Controlled access, review, and integrations</a:t>
            </a:r>
          </a:p>
        </p:txBody>
      </p:sp>
      <p:sp>
        <p:nvSpPr>
          <p:cNvPr id="14" name="money-row-head-0">
            <a:extLst xmlns:a="http://schemas.openxmlformats.org/drawingml/2006/main">
              <a:ext uri="{FF2B5EF4-FFF2-40B4-BE49-F238E27FC236}">
                <a16:creationId xmlns:a16="http://schemas.microsoft.com/office/drawing/2014/main" id="{CBCE8D3F-1C3E-4FB9-BB38-E1F2C1DBA848}"/>
              </a:ext>
            </a:extLst>
          </p:cNvPr>
          <p:cNvSpPr>
            <a:spLocks xmlns:a="http://schemas.openxmlformats.org/drawingml/2006/main" noGrp="1"/>
          </p:cNvSpPr>
          <p:nvPr/>
        </p:nvSpPr>
        <p:spPr>
          <a:xfrm xmlns:a="http://schemas.openxmlformats.org/drawingml/2006/main">
            <a:off x="6438900" y="3343275"/>
            <a:ext cx="200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FFFFF"/>
                </a:solidFill>
                <a:latin typeface="Arial"/>
                <a:ea typeface="Arial"/>
                <a:cs typeface="Arial"/>
              </a:defRPr>
            </a:defPPr>
            <a:lvl1pPr algn="l">
              <a:defRPr sz="1575" b="1">
                <a:solidFill>
                  <a:srgbClr val="FFFFFF"/>
                </a:solidFill>
                <a:latin typeface="Arial"/>
                <a:ea typeface="Arial"/>
                <a:cs typeface="Arial"/>
              </a:defRPr>
            </a:lvl1pPr>
            <a:lvl2pPr algn="l">
              <a:defRPr sz="1575" b="1">
                <a:solidFill>
                  <a:srgbClr val="FFFFFF"/>
                </a:solidFill>
                <a:latin typeface="Arial"/>
                <a:ea typeface="Arial"/>
                <a:cs typeface="Arial"/>
              </a:defRPr>
            </a:lvl2pPr>
            <a:lvl3pPr algn="l">
              <a:defRPr sz="1575" b="1">
                <a:solidFill>
                  <a:srgbClr val="FFFFFF"/>
                </a:solidFill>
                <a:latin typeface="Arial"/>
                <a:ea typeface="Arial"/>
                <a:cs typeface="Arial"/>
              </a:defRPr>
            </a:lvl3pPr>
            <a:lvl4pPr algn="l">
              <a:defRPr sz="1575" b="1">
                <a:solidFill>
                  <a:srgbClr val="FFFFFF"/>
                </a:solidFill>
                <a:latin typeface="Arial"/>
                <a:ea typeface="Arial"/>
                <a:cs typeface="Arial"/>
              </a:defRPr>
            </a:lvl4pPr>
            <a:lvl5pPr algn="l">
              <a:defRPr sz="1575" b="1">
                <a:solidFill>
                  <a:srgbClr val="FFFFFF"/>
                </a:solidFill>
                <a:latin typeface="Arial"/>
                <a:ea typeface="Arial"/>
                <a:cs typeface="Arial"/>
              </a:defRPr>
            </a:lvl5pPr>
            <a:lvl6pPr algn="l">
              <a:defRPr sz="1575" b="1">
                <a:solidFill>
                  <a:srgbClr val="FFFFFF"/>
                </a:solidFill>
                <a:latin typeface="Arial"/>
                <a:ea typeface="Arial"/>
                <a:cs typeface="Arial"/>
              </a:defRPr>
            </a:lvl6pPr>
            <a:lvl7pPr algn="l">
              <a:defRPr sz="1575" b="1">
                <a:solidFill>
                  <a:srgbClr val="FFFFFF"/>
                </a:solidFill>
                <a:latin typeface="Arial"/>
                <a:ea typeface="Arial"/>
                <a:cs typeface="Arial"/>
              </a:defRPr>
            </a:lvl7pPr>
            <a:lvl8pPr algn="l">
              <a:defRPr sz="1575" b="1">
                <a:solidFill>
                  <a:srgbClr val="FFFFFF"/>
                </a:solidFill>
                <a:latin typeface="Arial"/>
                <a:ea typeface="Arial"/>
                <a:cs typeface="Arial"/>
              </a:defRPr>
            </a:lvl8pPr>
            <a:lvl9pPr algn="l">
              <a:defRPr sz="1575" b="1">
                <a:solidFill>
                  <a:srgbClr val="FFFFFF"/>
                </a:solidFill>
                <a:latin typeface="Arial"/>
                <a:ea typeface="Arial"/>
                <a:cs typeface="Arial"/>
              </a:defRPr>
            </a:lvl9pPr>
          </a:lstStyle>
          <a:p xmlns:a="http://schemas.openxmlformats.org/drawingml/2006/main">
            <a:pPr algn="l">
              <a:lnSpc>
                <a:spcPct val="105000"/>
              </a:lnSpc>
              <a:buNone/>
              <a:defRPr sz="1575" b="1">
                <a:solidFill>
                  <a:srgbClr val="FFFFFF"/>
                </a:solidFill>
                <a:latin typeface="Arial"/>
                <a:ea typeface="Arial"/>
                <a:cs typeface="Arial"/>
              </a:defRPr>
            </a:pPr>
            <a:r>
              <a:rPr sz="1575" b="1">
                <a:solidFill>
                  <a:srgbClr val="FFFFFF"/>
                </a:solidFill>
                <a:latin typeface="Arial"/>
                <a:ea typeface="Arial"/>
                <a:cs typeface="Arial"/>
              </a:rPr>
              <a:t>Subscription</a:t>
            </a:r>
          </a:p>
        </p:txBody>
      </p:sp>
      <p:sp>
        <p:nvSpPr>
          <p:cNvPr id="15" name="money-row-body-0">
            <a:extLst xmlns:a="http://schemas.openxmlformats.org/drawingml/2006/main">
              <a:ext uri="{FF2B5EF4-FFF2-40B4-BE49-F238E27FC236}">
                <a16:creationId xmlns:a16="http://schemas.microsoft.com/office/drawing/2014/main" id="{75D57A68-25FB-4194-9210-A2BE860E9FCA}"/>
              </a:ext>
            </a:extLst>
          </p:cNvPr>
          <p:cNvSpPr>
            <a:spLocks xmlns:a="http://schemas.openxmlformats.org/drawingml/2006/main" noGrp="1"/>
          </p:cNvSpPr>
          <p:nvPr/>
        </p:nvSpPr>
        <p:spPr>
          <a:xfrm xmlns:a="http://schemas.openxmlformats.org/drawingml/2006/main">
            <a:off x="8458200" y="3352800"/>
            <a:ext cx="2724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9CAC8"/>
                </a:solidFill>
                <a:latin typeface="Arial"/>
                <a:ea typeface="Arial"/>
                <a:cs typeface="Arial"/>
              </a:defRPr>
            </a:defPPr>
            <a:lvl1pPr algn="l">
              <a:defRPr sz="1275" b="0">
                <a:solidFill>
                  <a:srgbClr val="B9CAC8"/>
                </a:solidFill>
                <a:latin typeface="Arial"/>
                <a:ea typeface="Arial"/>
                <a:cs typeface="Arial"/>
              </a:defRPr>
            </a:lvl1pPr>
            <a:lvl2pPr algn="l">
              <a:defRPr sz="1275" b="0">
                <a:solidFill>
                  <a:srgbClr val="B9CAC8"/>
                </a:solidFill>
                <a:latin typeface="Arial"/>
                <a:ea typeface="Arial"/>
                <a:cs typeface="Arial"/>
              </a:defRPr>
            </a:lvl2pPr>
            <a:lvl3pPr algn="l">
              <a:defRPr sz="1275" b="0">
                <a:solidFill>
                  <a:srgbClr val="B9CAC8"/>
                </a:solidFill>
                <a:latin typeface="Arial"/>
                <a:ea typeface="Arial"/>
                <a:cs typeface="Arial"/>
              </a:defRPr>
            </a:lvl3pPr>
            <a:lvl4pPr algn="l">
              <a:defRPr sz="1275" b="0">
                <a:solidFill>
                  <a:srgbClr val="B9CAC8"/>
                </a:solidFill>
                <a:latin typeface="Arial"/>
                <a:ea typeface="Arial"/>
                <a:cs typeface="Arial"/>
              </a:defRPr>
            </a:lvl4pPr>
            <a:lvl5pPr algn="l">
              <a:defRPr sz="1275" b="0">
                <a:solidFill>
                  <a:srgbClr val="B9CAC8"/>
                </a:solidFill>
                <a:latin typeface="Arial"/>
                <a:ea typeface="Arial"/>
                <a:cs typeface="Arial"/>
              </a:defRPr>
            </a:lvl5pPr>
            <a:lvl6pPr algn="l">
              <a:defRPr sz="1275" b="0">
                <a:solidFill>
                  <a:srgbClr val="B9CAC8"/>
                </a:solidFill>
                <a:latin typeface="Arial"/>
                <a:ea typeface="Arial"/>
                <a:cs typeface="Arial"/>
              </a:defRPr>
            </a:lvl6pPr>
            <a:lvl7pPr algn="l">
              <a:defRPr sz="1275" b="0">
                <a:solidFill>
                  <a:srgbClr val="B9CAC8"/>
                </a:solidFill>
                <a:latin typeface="Arial"/>
                <a:ea typeface="Arial"/>
                <a:cs typeface="Arial"/>
              </a:defRPr>
            </a:lvl7pPr>
            <a:lvl8pPr algn="l">
              <a:defRPr sz="1275" b="0">
                <a:solidFill>
                  <a:srgbClr val="B9CAC8"/>
                </a:solidFill>
                <a:latin typeface="Arial"/>
                <a:ea typeface="Arial"/>
                <a:cs typeface="Arial"/>
              </a:defRPr>
            </a:lvl8pPr>
            <a:lvl9pPr algn="l">
              <a:defRPr sz="1275" b="0">
                <a:solidFill>
                  <a:srgbClr val="B9CAC8"/>
                </a:solidFill>
                <a:latin typeface="Arial"/>
                <a:ea typeface="Arial"/>
                <a:cs typeface="Arial"/>
              </a:defRPr>
            </a:lvl9pPr>
          </a:lstStyle>
          <a:p xmlns:a="http://schemas.openxmlformats.org/drawingml/2006/main">
            <a:pPr algn="l">
              <a:lnSpc>
                <a:spcPct val="105000"/>
              </a:lnSpc>
              <a:buNone/>
              <a:defRPr sz="1275" b="0">
                <a:solidFill>
                  <a:srgbClr val="B9CAC8"/>
                </a:solidFill>
                <a:latin typeface="Arial"/>
                <a:ea typeface="Arial"/>
                <a:cs typeface="Arial"/>
              </a:defRPr>
            </a:pPr>
            <a:r>
              <a:rPr sz="1275" b="0">
                <a:solidFill>
                  <a:srgbClr val="B9CAC8"/>
                </a:solidFill>
                <a:latin typeface="Arial"/>
                <a:ea typeface="Arial"/>
                <a:cs typeface="Arial"/>
              </a:rPr>
              <a:t>Individual or professional plans</a:t>
            </a:r>
          </a:p>
        </p:txBody>
      </p:sp>
      <p:sp>
        <p:nvSpPr>
          <p:cNvPr id="16" name="money-row-head-1">
            <a:extLst xmlns:a="http://schemas.openxmlformats.org/drawingml/2006/main">
              <a:ext uri="{FF2B5EF4-FFF2-40B4-BE49-F238E27FC236}">
                <a16:creationId xmlns:a16="http://schemas.microsoft.com/office/drawing/2014/main" id="{F875C0D7-DB14-4FB1-AD2E-C4EC1DDBE348}"/>
              </a:ext>
            </a:extLst>
          </p:cNvPr>
          <p:cNvSpPr>
            <a:spLocks xmlns:a="http://schemas.openxmlformats.org/drawingml/2006/main" noGrp="1"/>
          </p:cNvSpPr>
          <p:nvPr/>
        </p:nvSpPr>
        <p:spPr>
          <a:xfrm xmlns:a="http://schemas.openxmlformats.org/drawingml/2006/main">
            <a:off x="6438900" y="4029075"/>
            <a:ext cx="200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FFFFF"/>
                </a:solidFill>
                <a:latin typeface="Arial"/>
                <a:ea typeface="Arial"/>
                <a:cs typeface="Arial"/>
              </a:defRPr>
            </a:defPPr>
            <a:lvl1pPr algn="l">
              <a:defRPr sz="1575" b="1">
                <a:solidFill>
                  <a:srgbClr val="FFFFFF"/>
                </a:solidFill>
                <a:latin typeface="Arial"/>
                <a:ea typeface="Arial"/>
                <a:cs typeface="Arial"/>
              </a:defRPr>
            </a:lvl1pPr>
            <a:lvl2pPr algn="l">
              <a:defRPr sz="1575" b="1">
                <a:solidFill>
                  <a:srgbClr val="FFFFFF"/>
                </a:solidFill>
                <a:latin typeface="Arial"/>
                <a:ea typeface="Arial"/>
                <a:cs typeface="Arial"/>
              </a:defRPr>
            </a:lvl2pPr>
            <a:lvl3pPr algn="l">
              <a:defRPr sz="1575" b="1">
                <a:solidFill>
                  <a:srgbClr val="FFFFFF"/>
                </a:solidFill>
                <a:latin typeface="Arial"/>
                <a:ea typeface="Arial"/>
                <a:cs typeface="Arial"/>
              </a:defRPr>
            </a:lvl3pPr>
            <a:lvl4pPr algn="l">
              <a:defRPr sz="1575" b="1">
                <a:solidFill>
                  <a:srgbClr val="FFFFFF"/>
                </a:solidFill>
                <a:latin typeface="Arial"/>
                <a:ea typeface="Arial"/>
                <a:cs typeface="Arial"/>
              </a:defRPr>
            </a:lvl4pPr>
            <a:lvl5pPr algn="l">
              <a:defRPr sz="1575" b="1">
                <a:solidFill>
                  <a:srgbClr val="FFFFFF"/>
                </a:solidFill>
                <a:latin typeface="Arial"/>
                <a:ea typeface="Arial"/>
                <a:cs typeface="Arial"/>
              </a:defRPr>
            </a:lvl5pPr>
            <a:lvl6pPr algn="l">
              <a:defRPr sz="1575" b="1">
                <a:solidFill>
                  <a:srgbClr val="FFFFFF"/>
                </a:solidFill>
                <a:latin typeface="Arial"/>
                <a:ea typeface="Arial"/>
                <a:cs typeface="Arial"/>
              </a:defRPr>
            </a:lvl6pPr>
            <a:lvl7pPr algn="l">
              <a:defRPr sz="1575" b="1">
                <a:solidFill>
                  <a:srgbClr val="FFFFFF"/>
                </a:solidFill>
                <a:latin typeface="Arial"/>
                <a:ea typeface="Arial"/>
                <a:cs typeface="Arial"/>
              </a:defRPr>
            </a:lvl7pPr>
            <a:lvl8pPr algn="l">
              <a:defRPr sz="1575" b="1">
                <a:solidFill>
                  <a:srgbClr val="FFFFFF"/>
                </a:solidFill>
                <a:latin typeface="Arial"/>
                <a:ea typeface="Arial"/>
                <a:cs typeface="Arial"/>
              </a:defRPr>
            </a:lvl8pPr>
            <a:lvl9pPr algn="l">
              <a:defRPr sz="1575" b="1">
                <a:solidFill>
                  <a:srgbClr val="FFFFFF"/>
                </a:solidFill>
                <a:latin typeface="Arial"/>
                <a:ea typeface="Arial"/>
                <a:cs typeface="Arial"/>
              </a:defRPr>
            </a:lvl9pPr>
          </a:lstStyle>
          <a:p xmlns:a="http://schemas.openxmlformats.org/drawingml/2006/main">
            <a:pPr algn="l">
              <a:lnSpc>
                <a:spcPct val="105000"/>
              </a:lnSpc>
              <a:buNone/>
              <a:defRPr sz="1575" b="1">
                <a:solidFill>
                  <a:srgbClr val="FFFFFF"/>
                </a:solidFill>
                <a:latin typeface="Arial"/>
                <a:ea typeface="Arial"/>
                <a:cs typeface="Arial"/>
              </a:defRPr>
            </a:pPr>
            <a:r>
              <a:rPr sz="1575" b="1">
                <a:solidFill>
                  <a:srgbClr val="FFFFFF"/>
                </a:solidFill>
                <a:latin typeface="Arial"/>
                <a:ea typeface="Arial"/>
                <a:cs typeface="Arial"/>
              </a:rPr>
              <a:t>Team seats</a:t>
            </a:r>
          </a:p>
        </p:txBody>
      </p:sp>
      <p:sp>
        <p:nvSpPr>
          <p:cNvPr id="17" name="money-row-body-1">
            <a:extLst xmlns:a="http://schemas.openxmlformats.org/drawingml/2006/main">
              <a:ext uri="{FF2B5EF4-FFF2-40B4-BE49-F238E27FC236}">
                <a16:creationId xmlns:a16="http://schemas.microsoft.com/office/drawing/2014/main" id="{5FD89106-D5AC-45B7-B8E5-F857D0C2E9F2}"/>
              </a:ext>
            </a:extLst>
          </p:cNvPr>
          <p:cNvSpPr>
            <a:spLocks xmlns:a="http://schemas.openxmlformats.org/drawingml/2006/main" noGrp="1"/>
          </p:cNvSpPr>
          <p:nvPr/>
        </p:nvSpPr>
        <p:spPr>
          <a:xfrm xmlns:a="http://schemas.openxmlformats.org/drawingml/2006/main">
            <a:off x="8458200" y="4038600"/>
            <a:ext cx="2724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9CAC8"/>
                </a:solidFill>
                <a:latin typeface="Arial"/>
                <a:ea typeface="Arial"/>
                <a:cs typeface="Arial"/>
              </a:defRPr>
            </a:defPPr>
            <a:lvl1pPr algn="l">
              <a:defRPr sz="1275" b="0">
                <a:solidFill>
                  <a:srgbClr val="B9CAC8"/>
                </a:solidFill>
                <a:latin typeface="Arial"/>
                <a:ea typeface="Arial"/>
                <a:cs typeface="Arial"/>
              </a:defRPr>
            </a:lvl1pPr>
            <a:lvl2pPr algn="l">
              <a:defRPr sz="1275" b="0">
                <a:solidFill>
                  <a:srgbClr val="B9CAC8"/>
                </a:solidFill>
                <a:latin typeface="Arial"/>
                <a:ea typeface="Arial"/>
                <a:cs typeface="Arial"/>
              </a:defRPr>
            </a:lvl2pPr>
            <a:lvl3pPr algn="l">
              <a:defRPr sz="1275" b="0">
                <a:solidFill>
                  <a:srgbClr val="B9CAC8"/>
                </a:solidFill>
                <a:latin typeface="Arial"/>
                <a:ea typeface="Arial"/>
                <a:cs typeface="Arial"/>
              </a:defRPr>
            </a:lvl3pPr>
            <a:lvl4pPr algn="l">
              <a:defRPr sz="1275" b="0">
                <a:solidFill>
                  <a:srgbClr val="B9CAC8"/>
                </a:solidFill>
                <a:latin typeface="Arial"/>
                <a:ea typeface="Arial"/>
                <a:cs typeface="Arial"/>
              </a:defRPr>
            </a:lvl4pPr>
            <a:lvl5pPr algn="l">
              <a:defRPr sz="1275" b="0">
                <a:solidFill>
                  <a:srgbClr val="B9CAC8"/>
                </a:solidFill>
                <a:latin typeface="Arial"/>
                <a:ea typeface="Arial"/>
                <a:cs typeface="Arial"/>
              </a:defRPr>
            </a:lvl5pPr>
            <a:lvl6pPr algn="l">
              <a:defRPr sz="1275" b="0">
                <a:solidFill>
                  <a:srgbClr val="B9CAC8"/>
                </a:solidFill>
                <a:latin typeface="Arial"/>
                <a:ea typeface="Arial"/>
                <a:cs typeface="Arial"/>
              </a:defRPr>
            </a:lvl6pPr>
            <a:lvl7pPr algn="l">
              <a:defRPr sz="1275" b="0">
                <a:solidFill>
                  <a:srgbClr val="B9CAC8"/>
                </a:solidFill>
                <a:latin typeface="Arial"/>
                <a:ea typeface="Arial"/>
                <a:cs typeface="Arial"/>
              </a:defRPr>
            </a:lvl7pPr>
            <a:lvl8pPr algn="l">
              <a:defRPr sz="1275" b="0">
                <a:solidFill>
                  <a:srgbClr val="B9CAC8"/>
                </a:solidFill>
                <a:latin typeface="Arial"/>
                <a:ea typeface="Arial"/>
                <a:cs typeface="Arial"/>
              </a:defRPr>
            </a:lvl8pPr>
            <a:lvl9pPr algn="l">
              <a:defRPr sz="1275" b="0">
                <a:solidFill>
                  <a:srgbClr val="B9CAC8"/>
                </a:solidFill>
                <a:latin typeface="Arial"/>
                <a:ea typeface="Arial"/>
                <a:cs typeface="Arial"/>
              </a:defRPr>
            </a:lvl9pPr>
          </a:lstStyle>
          <a:p xmlns:a="http://schemas.openxmlformats.org/drawingml/2006/main">
            <a:pPr algn="l">
              <a:lnSpc>
                <a:spcPct val="105000"/>
              </a:lnSpc>
              <a:buNone/>
              <a:defRPr sz="1275" b="0">
                <a:solidFill>
                  <a:srgbClr val="B9CAC8"/>
                </a:solidFill>
                <a:latin typeface="Arial"/>
                <a:ea typeface="Arial"/>
                <a:cs typeface="Arial"/>
              </a:defRPr>
            </a:pPr>
            <a:r>
              <a:rPr sz="1275" b="0">
                <a:solidFill>
                  <a:srgbClr val="B9CAC8"/>
                </a:solidFill>
                <a:latin typeface="Arial"/>
                <a:ea typeface="Arial"/>
                <a:cs typeface="Arial"/>
              </a:rPr>
              <a:t>Shared review and document workflow</a:t>
            </a:r>
          </a:p>
        </p:txBody>
      </p:sp>
      <p:sp>
        <p:nvSpPr>
          <p:cNvPr id="18" name="money-row-head-2">
            <a:extLst xmlns:a="http://schemas.openxmlformats.org/drawingml/2006/main">
              <a:ext uri="{FF2B5EF4-FFF2-40B4-BE49-F238E27FC236}">
                <a16:creationId xmlns:a16="http://schemas.microsoft.com/office/drawing/2014/main" id="{F7387888-E836-4C32-8453-C24D08E50B8D}"/>
              </a:ext>
            </a:extLst>
          </p:cNvPr>
          <p:cNvSpPr>
            <a:spLocks xmlns:a="http://schemas.openxmlformats.org/drawingml/2006/main" noGrp="1"/>
          </p:cNvSpPr>
          <p:nvPr/>
        </p:nvSpPr>
        <p:spPr>
          <a:xfrm xmlns:a="http://schemas.openxmlformats.org/drawingml/2006/main">
            <a:off x="6438900" y="4714875"/>
            <a:ext cx="200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FFFFF"/>
                </a:solidFill>
                <a:latin typeface="Arial"/>
                <a:ea typeface="Arial"/>
                <a:cs typeface="Arial"/>
              </a:defRPr>
            </a:defPPr>
            <a:lvl1pPr algn="l">
              <a:defRPr sz="1575" b="1">
                <a:solidFill>
                  <a:srgbClr val="FFFFFF"/>
                </a:solidFill>
                <a:latin typeface="Arial"/>
                <a:ea typeface="Arial"/>
                <a:cs typeface="Arial"/>
              </a:defRPr>
            </a:lvl1pPr>
            <a:lvl2pPr algn="l">
              <a:defRPr sz="1575" b="1">
                <a:solidFill>
                  <a:srgbClr val="FFFFFF"/>
                </a:solidFill>
                <a:latin typeface="Arial"/>
                <a:ea typeface="Arial"/>
                <a:cs typeface="Arial"/>
              </a:defRPr>
            </a:lvl2pPr>
            <a:lvl3pPr algn="l">
              <a:defRPr sz="1575" b="1">
                <a:solidFill>
                  <a:srgbClr val="FFFFFF"/>
                </a:solidFill>
                <a:latin typeface="Arial"/>
                <a:ea typeface="Arial"/>
                <a:cs typeface="Arial"/>
              </a:defRPr>
            </a:lvl3pPr>
            <a:lvl4pPr algn="l">
              <a:defRPr sz="1575" b="1">
                <a:solidFill>
                  <a:srgbClr val="FFFFFF"/>
                </a:solidFill>
                <a:latin typeface="Arial"/>
                <a:ea typeface="Arial"/>
                <a:cs typeface="Arial"/>
              </a:defRPr>
            </a:lvl4pPr>
            <a:lvl5pPr algn="l">
              <a:defRPr sz="1575" b="1">
                <a:solidFill>
                  <a:srgbClr val="FFFFFF"/>
                </a:solidFill>
                <a:latin typeface="Arial"/>
                <a:ea typeface="Arial"/>
                <a:cs typeface="Arial"/>
              </a:defRPr>
            </a:lvl5pPr>
            <a:lvl6pPr algn="l">
              <a:defRPr sz="1575" b="1">
                <a:solidFill>
                  <a:srgbClr val="FFFFFF"/>
                </a:solidFill>
                <a:latin typeface="Arial"/>
                <a:ea typeface="Arial"/>
                <a:cs typeface="Arial"/>
              </a:defRPr>
            </a:lvl6pPr>
            <a:lvl7pPr algn="l">
              <a:defRPr sz="1575" b="1">
                <a:solidFill>
                  <a:srgbClr val="FFFFFF"/>
                </a:solidFill>
                <a:latin typeface="Arial"/>
                <a:ea typeface="Arial"/>
                <a:cs typeface="Arial"/>
              </a:defRPr>
            </a:lvl7pPr>
            <a:lvl8pPr algn="l">
              <a:defRPr sz="1575" b="1">
                <a:solidFill>
                  <a:srgbClr val="FFFFFF"/>
                </a:solidFill>
                <a:latin typeface="Arial"/>
                <a:ea typeface="Arial"/>
                <a:cs typeface="Arial"/>
              </a:defRPr>
            </a:lvl8pPr>
            <a:lvl9pPr algn="l">
              <a:defRPr sz="1575" b="1">
                <a:solidFill>
                  <a:srgbClr val="FFFFFF"/>
                </a:solidFill>
                <a:latin typeface="Arial"/>
                <a:ea typeface="Arial"/>
                <a:cs typeface="Arial"/>
              </a:defRPr>
            </a:lvl9pPr>
          </a:lstStyle>
          <a:p xmlns:a="http://schemas.openxmlformats.org/drawingml/2006/main">
            <a:pPr algn="l">
              <a:lnSpc>
                <a:spcPct val="105000"/>
              </a:lnSpc>
              <a:buNone/>
              <a:defRPr sz="1575" b="1">
                <a:solidFill>
                  <a:srgbClr val="FFFFFF"/>
                </a:solidFill>
                <a:latin typeface="Arial"/>
                <a:ea typeface="Arial"/>
                <a:cs typeface="Arial"/>
              </a:defRPr>
            </a:pPr>
            <a:r>
              <a:rPr sz="1575" b="1">
                <a:solidFill>
                  <a:srgbClr val="FFFFFF"/>
                </a:solidFill>
                <a:latin typeface="Arial"/>
                <a:ea typeface="Arial"/>
                <a:cs typeface="Arial"/>
              </a:rPr>
              <a:t>Workflow / API</a:t>
            </a:r>
          </a:p>
        </p:txBody>
      </p:sp>
      <p:sp>
        <p:nvSpPr>
          <p:cNvPr id="19" name="money-row-body-2">
            <a:extLst xmlns:a="http://schemas.openxmlformats.org/drawingml/2006/main">
              <a:ext uri="{FF2B5EF4-FFF2-40B4-BE49-F238E27FC236}">
                <a16:creationId xmlns:a16="http://schemas.microsoft.com/office/drawing/2014/main" id="{702B5EEE-6EAD-4B46-887C-A5D52E22C806}"/>
              </a:ext>
            </a:extLst>
          </p:cNvPr>
          <p:cNvSpPr>
            <a:spLocks xmlns:a="http://schemas.openxmlformats.org/drawingml/2006/main" noGrp="1"/>
          </p:cNvSpPr>
          <p:nvPr/>
        </p:nvSpPr>
        <p:spPr>
          <a:xfrm xmlns:a="http://schemas.openxmlformats.org/drawingml/2006/main">
            <a:off x="8458200" y="4724400"/>
            <a:ext cx="2724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B9CAC8"/>
                </a:solidFill>
                <a:latin typeface="Arial"/>
                <a:ea typeface="Arial"/>
                <a:cs typeface="Arial"/>
              </a:defRPr>
            </a:defPPr>
            <a:lvl1pPr algn="l">
              <a:defRPr sz="1275" b="0">
                <a:solidFill>
                  <a:srgbClr val="B9CAC8"/>
                </a:solidFill>
                <a:latin typeface="Arial"/>
                <a:ea typeface="Arial"/>
                <a:cs typeface="Arial"/>
              </a:defRPr>
            </a:lvl1pPr>
            <a:lvl2pPr algn="l">
              <a:defRPr sz="1275" b="0">
                <a:solidFill>
                  <a:srgbClr val="B9CAC8"/>
                </a:solidFill>
                <a:latin typeface="Arial"/>
                <a:ea typeface="Arial"/>
                <a:cs typeface="Arial"/>
              </a:defRPr>
            </a:lvl2pPr>
            <a:lvl3pPr algn="l">
              <a:defRPr sz="1275" b="0">
                <a:solidFill>
                  <a:srgbClr val="B9CAC8"/>
                </a:solidFill>
                <a:latin typeface="Arial"/>
                <a:ea typeface="Arial"/>
                <a:cs typeface="Arial"/>
              </a:defRPr>
            </a:lvl3pPr>
            <a:lvl4pPr algn="l">
              <a:defRPr sz="1275" b="0">
                <a:solidFill>
                  <a:srgbClr val="B9CAC8"/>
                </a:solidFill>
                <a:latin typeface="Arial"/>
                <a:ea typeface="Arial"/>
                <a:cs typeface="Arial"/>
              </a:defRPr>
            </a:lvl4pPr>
            <a:lvl5pPr algn="l">
              <a:defRPr sz="1275" b="0">
                <a:solidFill>
                  <a:srgbClr val="B9CAC8"/>
                </a:solidFill>
                <a:latin typeface="Arial"/>
                <a:ea typeface="Arial"/>
                <a:cs typeface="Arial"/>
              </a:defRPr>
            </a:lvl5pPr>
            <a:lvl6pPr algn="l">
              <a:defRPr sz="1275" b="0">
                <a:solidFill>
                  <a:srgbClr val="B9CAC8"/>
                </a:solidFill>
                <a:latin typeface="Arial"/>
                <a:ea typeface="Arial"/>
                <a:cs typeface="Arial"/>
              </a:defRPr>
            </a:lvl6pPr>
            <a:lvl7pPr algn="l">
              <a:defRPr sz="1275" b="0">
                <a:solidFill>
                  <a:srgbClr val="B9CAC8"/>
                </a:solidFill>
                <a:latin typeface="Arial"/>
                <a:ea typeface="Arial"/>
                <a:cs typeface="Arial"/>
              </a:defRPr>
            </a:lvl7pPr>
            <a:lvl8pPr algn="l">
              <a:defRPr sz="1275" b="0">
                <a:solidFill>
                  <a:srgbClr val="B9CAC8"/>
                </a:solidFill>
                <a:latin typeface="Arial"/>
                <a:ea typeface="Arial"/>
                <a:cs typeface="Arial"/>
              </a:defRPr>
            </a:lvl8pPr>
            <a:lvl9pPr algn="l">
              <a:defRPr sz="1275" b="0">
                <a:solidFill>
                  <a:srgbClr val="B9CAC8"/>
                </a:solidFill>
                <a:latin typeface="Arial"/>
                <a:ea typeface="Arial"/>
                <a:cs typeface="Arial"/>
              </a:defRPr>
            </a:lvl9pPr>
          </a:lstStyle>
          <a:p xmlns:a="http://schemas.openxmlformats.org/drawingml/2006/main">
            <a:pPr algn="l">
              <a:lnSpc>
                <a:spcPct val="105000"/>
              </a:lnSpc>
              <a:buNone/>
              <a:defRPr sz="1275" b="0">
                <a:solidFill>
                  <a:srgbClr val="B9CAC8"/>
                </a:solidFill>
                <a:latin typeface="Arial"/>
                <a:ea typeface="Arial"/>
                <a:cs typeface="Arial"/>
              </a:defRPr>
            </a:pPr>
            <a:r>
              <a:rPr sz="1275" b="0">
                <a:solidFill>
                  <a:srgbClr val="B9CAC8"/>
                </a:solidFill>
                <a:latin typeface="Arial"/>
                <a:ea typeface="Arial"/>
                <a:cs typeface="Arial"/>
              </a:rPr>
              <a:t>Usage-based or institution licensing</a:t>
            </a:r>
          </a:p>
        </p:txBody>
      </p:sp>
      <p:sp>
        <p:nvSpPr>
          <p:cNvPr id="20" name="model-metric">
            <a:extLst xmlns:a="http://schemas.openxmlformats.org/drawingml/2006/main">
              <a:ext uri="{FF2B5EF4-FFF2-40B4-BE49-F238E27FC236}">
                <a16:creationId xmlns:a16="http://schemas.microsoft.com/office/drawing/2014/main" id="{F306DB44-4B28-4FD3-AC27-2FFA23DAF1CB}"/>
              </a:ext>
            </a:extLst>
          </p:cNvPr>
          <p:cNvSpPr>
            <a:spLocks xmlns:a="http://schemas.openxmlformats.org/drawingml/2006/main" noGrp="1"/>
          </p:cNvSpPr>
          <p:nvPr/>
        </p:nvSpPr>
        <p:spPr>
          <a:xfrm xmlns:a="http://schemas.openxmlformats.org/drawingml/2006/main">
            <a:off x="723900" y="563880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C7E989"/>
                </a:solidFill>
                <a:latin typeface="Arial"/>
                <a:ea typeface="Arial"/>
                <a:cs typeface="Arial"/>
              </a:defRPr>
            </a:defPPr>
            <a:lvl1pPr algn="l">
              <a:defRPr sz="1275" b="1">
                <a:solidFill>
                  <a:srgbClr val="C7E989"/>
                </a:solidFill>
                <a:latin typeface="Arial"/>
                <a:ea typeface="Arial"/>
                <a:cs typeface="Arial"/>
              </a:defRPr>
            </a:lvl1pPr>
            <a:lvl2pPr algn="l">
              <a:defRPr sz="1275" b="1">
                <a:solidFill>
                  <a:srgbClr val="C7E989"/>
                </a:solidFill>
                <a:latin typeface="Arial"/>
                <a:ea typeface="Arial"/>
                <a:cs typeface="Arial"/>
              </a:defRPr>
            </a:lvl2pPr>
            <a:lvl3pPr algn="l">
              <a:defRPr sz="1275" b="1">
                <a:solidFill>
                  <a:srgbClr val="C7E989"/>
                </a:solidFill>
                <a:latin typeface="Arial"/>
                <a:ea typeface="Arial"/>
                <a:cs typeface="Arial"/>
              </a:defRPr>
            </a:lvl3pPr>
            <a:lvl4pPr algn="l">
              <a:defRPr sz="1275" b="1">
                <a:solidFill>
                  <a:srgbClr val="C7E989"/>
                </a:solidFill>
                <a:latin typeface="Arial"/>
                <a:ea typeface="Arial"/>
                <a:cs typeface="Arial"/>
              </a:defRPr>
            </a:lvl4pPr>
            <a:lvl5pPr algn="l">
              <a:defRPr sz="1275" b="1">
                <a:solidFill>
                  <a:srgbClr val="C7E989"/>
                </a:solidFill>
                <a:latin typeface="Arial"/>
                <a:ea typeface="Arial"/>
                <a:cs typeface="Arial"/>
              </a:defRPr>
            </a:lvl5pPr>
            <a:lvl6pPr algn="l">
              <a:defRPr sz="1275" b="1">
                <a:solidFill>
                  <a:srgbClr val="C7E989"/>
                </a:solidFill>
                <a:latin typeface="Arial"/>
                <a:ea typeface="Arial"/>
                <a:cs typeface="Arial"/>
              </a:defRPr>
            </a:lvl6pPr>
            <a:lvl7pPr algn="l">
              <a:defRPr sz="1275" b="1">
                <a:solidFill>
                  <a:srgbClr val="C7E989"/>
                </a:solidFill>
                <a:latin typeface="Arial"/>
                <a:ea typeface="Arial"/>
                <a:cs typeface="Arial"/>
              </a:defRPr>
            </a:lvl7pPr>
            <a:lvl8pPr algn="l">
              <a:defRPr sz="1275" b="1">
                <a:solidFill>
                  <a:srgbClr val="C7E989"/>
                </a:solidFill>
                <a:latin typeface="Arial"/>
                <a:ea typeface="Arial"/>
                <a:cs typeface="Arial"/>
              </a:defRPr>
            </a:lvl8pPr>
            <a:lvl9pPr algn="l">
              <a:defRPr sz="1275" b="1">
                <a:solidFill>
                  <a:srgbClr val="C7E989"/>
                </a:solidFill>
                <a:latin typeface="Arial"/>
                <a:ea typeface="Arial"/>
                <a:cs typeface="Arial"/>
              </a:defRPr>
            </a:lvl9pPr>
          </a:lstStyle>
          <a:p xmlns:a="http://schemas.openxmlformats.org/drawingml/2006/main">
            <a:pPr algn="l">
              <a:lnSpc>
                <a:spcPct val="110000"/>
              </a:lnSpc>
              <a:buNone/>
              <a:defRPr sz="1275" b="1">
                <a:solidFill>
                  <a:srgbClr val="C7E989"/>
                </a:solidFill>
                <a:latin typeface="Arial"/>
                <a:ea typeface="Arial"/>
                <a:cs typeface="Arial"/>
              </a:defRPr>
            </a:pPr>
            <a:r>
              <a:rPr sz="1275" b="1">
                <a:solidFill>
                  <a:srgbClr val="C7E989"/>
                </a:solidFill>
                <a:latin typeface="Arial"/>
                <a:ea typeface="Arial"/>
                <a:cs typeface="Arial"/>
              </a:rPr>
              <a:t>Validation metrics: paid conversion · repeat use · correction time · cost per successful workflow · support burden</a:t>
            </a:r>
          </a:p>
        </p:txBody>
      </p:sp>
    </p:spTree>
    <p:extLst>
      <p:ext uri="{BB962C8B-B14F-4D97-AF65-F5344CB8AC3E}">
        <p14:creationId xmlns:p14="http://schemas.microsoft.com/office/powerpoint/2010/main" val="1231417266"/>
      </p:ext>
    </p:extLst>
  </p:cSld>
</p:sld>
</file>

<file path=ppt/slides/slide8.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20" name="section-label">
            <a:extLst xmlns:a="http://schemas.openxmlformats.org/drawingml/2006/main">
              <a:ext uri="{FF2B5EF4-FFF2-40B4-BE49-F238E27FC236}">
                <a16:creationId xmlns:a16="http://schemas.microsoft.com/office/drawing/2014/main" id="{52B6D7D6-58D8-4CC8-86C0-42AF73A8E91E}"/>
              </a:ext>
            </a:extLst>
          </p:cNvPr>
          <p:cNvSpPr>
            <a:spLocks xmlns:a="http://schemas.openxmlformats.org/drawingml/2006/main" noGrp="1"/>
          </p:cNvSpPr>
          <p:nvPr/>
        </p:nvSpPr>
        <p:spPr>
          <a:xfrm xmlns:a="http://schemas.openxmlformats.org/drawingml/2006/main">
            <a:off x="685800" y="4381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87F82"/>
                </a:solidFill>
                <a:latin typeface="Arial"/>
                <a:ea typeface="Arial"/>
                <a:cs typeface="Arial"/>
              </a:defRPr>
            </a:defPPr>
            <a:lvl1pPr algn="l">
              <a:defRPr sz="1125" b="1">
                <a:solidFill>
                  <a:srgbClr val="087F82"/>
                </a:solidFill>
                <a:latin typeface="Arial"/>
                <a:ea typeface="Arial"/>
                <a:cs typeface="Arial"/>
              </a:defRPr>
            </a:lvl1pPr>
            <a:lvl2pPr algn="l">
              <a:defRPr sz="1125" b="1">
                <a:solidFill>
                  <a:srgbClr val="087F82"/>
                </a:solidFill>
                <a:latin typeface="Arial"/>
                <a:ea typeface="Arial"/>
                <a:cs typeface="Arial"/>
              </a:defRPr>
            </a:lvl2pPr>
            <a:lvl3pPr algn="l">
              <a:defRPr sz="1125" b="1">
                <a:solidFill>
                  <a:srgbClr val="087F82"/>
                </a:solidFill>
                <a:latin typeface="Arial"/>
                <a:ea typeface="Arial"/>
                <a:cs typeface="Arial"/>
              </a:defRPr>
            </a:lvl3pPr>
            <a:lvl4pPr algn="l">
              <a:defRPr sz="1125" b="1">
                <a:solidFill>
                  <a:srgbClr val="087F82"/>
                </a:solidFill>
                <a:latin typeface="Arial"/>
                <a:ea typeface="Arial"/>
                <a:cs typeface="Arial"/>
              </a:defRPr>
            </a:lvl4pPr>
            <a:lvl5pPr algn="l">
              <a:defRPr sz="1125" b="1">
                <a:solidFill>
                  <a:srgbClr val="087F82"/>
                </a:solidFill>
                <a:latin typeface="Arial"/>
                <a:ea typeface="Arial"/>
                <a:cs typeface="Arial"/>
              </a:defRPr>
            </a:lvl5pPr>
            <a:lvl6pPr algn="l">
              <a:defRPr sz="1125" b="1">
                <a:solidFill>
                  <a:srgbClr val="087F82"/>
                </a:solidFill>
                <a:latin typeface="Arial"/>
                <a:ea typeface="Arial"/>
                <a:cs typeface="Arial"/>
              </a:defRPr>
            </a:lvl6pPr>
            <a:lvl7pPr algn="l">
              <a:defRPr sz="1125" b="1">
                <a:solidFill>
                  <a:srgbClr val="087F82"/>
                </a:solidFill>
                <a:latin typeface="Arial"/>
                <a:ea typeface="Arial"/>
                <a:cs typeface="Arial"/>
              </a:defRPr>
            </a:lvl7pPr>
            <a:lvl8pPr algn="l">
              <a:defRPr sz="1125" b="1">
                <a:solidFill>
                  <a:srgbClr val="087F82"/>
                </a:solidFill>
                <a:latin typeface="Arial"/>
                <a:ea typeface="Arial"/>
                <a:cs typeface="Arial"/>
              </a:defRPr>
            </a:lvl8pPr>
            <a:lvl9pPr algn="l">
              <a:defRPr sz="1125" b="1">
                <a:solidFill>
                  <a:srgbClr val="087F82"/>
                </a:solidFill>
                <a:latin typeface="Arial"/>
                <a:ea typeface="Arial"/>
                <a:cs typeface="Arial"/>
              </a:defRPr>
            </a:lvl9pPr>
          </a:lstStyle>
          <a:p xmlns:a="http://schemas.openxmlformats.org/drawingml/2006/main">
            <a:pPr algn="l">
              <a:lnSpc>
                <a:spcPct val="105000"/>
              </a:lnSpc>
              <a:buNone/>
              <a:defRPr sz="1125" b="1">
                <a:solidFill>
                  <a:srgbClr val="087F82"/>
                </a:solidFill>
                <a:latin typeface="Arial"/>
                <a:ea typeface="Arial"/>
                <a:cs typeface="Arial"/>
              </a:defRPr>
            </a:pPr>
            <a:r>
              <a:rPr sz="1125" b="1">
                <a:solidFill>
                  <a:srgbClr val="087F82"/>
                </a:solidFill>
                <a:latin typeface="Arial"/>
                <a:ea typeface="Arial"/>
                <a:cs typeface="Arial"/>
              </a:rPr>
              <a:t>PILOT DESIGN</a:t>
            </a:r>
          </a:p>
        </p:txBody>
      </p:sp>
      <p:sp>
        <p:nvSpPr>
          <p:cNvPr id="2" name="slide-title">
            <a:extLst xmlns:a="http://schemas.openxmlformats.org/drawingml/2006/main">
              <a:ext uri="{FF2B5EF4-FFF2-40B4-BE49-F238E27FC236}">
                <a16:creationId xmlns:a16="http://schemas.microsoft.com/office/drawing/2014/main" id="{50AB921A-C592-4B38-97C2-038C63EB1945}"/>
              </a:ext>
            </a:extLst>
          </p:cNvPr>
          <p:cNvSpPr>
            <a:spLocks xmlns:a="http://schemas.openxmlformats.org/drawingml/2006/main" noGrp="1"/>
          </p:cNvSpPr>
          <p:nvPr/>
        </p:nvSpPr>
        <p:spPr>
          <a:xfrm xmlns:a="http://schemas.openxmlformats.org/drawingml/2006/main">
            <a:off x="685800" y="790575"/>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2A35"/>
                </a:solidFill>
                <a:latin typeface="Arial"/>
                <a:ea typeface="Arial"/>
                <a:cs typeface="Arial"/>
              </a:defRPr>
            </a:defPPr>
            <a:lvl1pPr algn="l">
              <a:defRPr sz="3225" b="1">
                <a:solidFill>
                  <a:srgbClr val="102A35"/>
                </a:solidFill>
                <a:latin typeface="Arial"/>
                <a:ea typeface="Arial"/>
                <a:cs typeface="Arial"/>
              </a:defRPr>
            </a:lvl1pPr>
            <a:lvl2pPr algn="l">
              <a:defRPr sz="3225" b="1">
                <a:solidFill>
                  <a:srgbClr val="102A35"/>
                </a:solidFill>
                <a:latin typeface="Arial"/>
                <a:ea typeface="Arial"/>
                <a:cs typeface="Arial"/>
              </a:defRPr>
            </a:lvl2pPr>
            <a:lvl3pPr algn="l">
              <a:defRPr sz="3225" b="1">
                <a:solidFill>
                  <a:srgbClr val="102A35"/>
                </a:solidFill>
                <a:latin typeface="Arial"/>
                <a:ea typeface="Arial"/>
                <a:cs typeface="Arial"/>
              </a:defRPr>
            </a:lvl3pPr>
            <a:lvl4pPr algn="l">
              <a:defRPr sz="3225" b="1">
                <a:solidFill>
                  <a:srgbClr val="102A35"/>
                </a:solidFill>
                <a:latin typeface="Arial"/>
                <a:ea typeface="Arial"/>
                <a:cs typeface="Arial"/>
              </a:defRPr>
            </a:lvl4pPr>
            <a:lvl5pPr algn="l">
              <a:defRPr sz="3225" b="1">
                <a:solidFill>
                  <a:srgbClr val="102A35"/>
                </a:solidFill>
                <a:latin typeface="Arial"/>
                <a:ea typeface="Arial"/>
                <a:cs typeface="Arial"/>
              </a:defRPr>
            </a:lvl5pPr>
            <a:lvl6pPr algn="l">
              <a:defRPr sz="3225" b="1">
                <a:solidFill>
                  <a:srgbClr val="102A35"/>
                </a:solidFill>
                <a:latin typeface="Arial"/>
                <a:ea typeface="Arial"/>
                <a:cs typeface="Arial"/>
              </a:defRPr>
            </a:lvl6pPr>
            <a:lvl7pPr algn="l">
              <a:defRPr sz="3225" b="1">
                <a:solidFill>
                  <a:srgbClr val="102A35"/>
                </a:solidFill>
                <a:latin typeface="Arial"/>
                <a:ea typeface="Arial"/>
                <a:cs typeface="Arial"/>
              </a:defRPr>
            </a:lvl7pPr>
            <a:lvl8pPr algn="l">
              <a:defRPr sz="3225" b="1">
                <a:solidFill>
                  <a:srgbClr val="102A35"/>
                </a:solidFill>
                <a:latin typeface="Arial"/>
                <a:ea typeface="Arial"/>
                <a:cs typeface="Arial"/>
              </a:defRPr>
            </a:lvl8pPr>
            <a:lvl9pPr algn="l">
              <a:defRPr sz="3225" b="1">
                <a:solidFill>
                  <a:srgbClr val="102A35"/>
                </a:solidFill>
                <a:latin typeface="Arial"/>
                <a:ea typeface="Arial"/>
                <a:cs typeface="Arial"/>
              </a:defRPr>
            </a:lvl9pPr>
          </a:lstStyle>
          <a:p xmlns:a="http://schemas.openxmlformats.org/drawingml/2006/main">
            <a:pPr algn="l">
              <a:lnSpc>
                <a:spcPct val="98000"/>
              </a:lnSpc>
              <a:buNone/>
              <a:defRPr sz="3225" b="1">
                <a:solidFill>
                  <a:srgbClr val="102A35"/>
                </a:solidFill>
                <a:latin typeface="Arial"/>
                <a:ea typeface="Arial"/>
                <a:cs typeface="Arial"/>
              </a:defRPr>
            </a:pPr>
            <a:r>
              <a:rPr sz="3225" b="1">
                <a:solidFill>
                  <a:srgbClr val="102A35"/>
                </a:solidFill>
                <a:latin typeface="Arial"/>
                <a:ea typeface="Arial"/>
                <a:cs typeface="Arial"/>
              </a:rPr>
              <a:t>Turn product use into measurable evidence</a:t>
            </a:r>
          </a:p>
        </p:txBody>
      </p:sp>
      <p:sp>
        <p:nvSpPr>
          <p:cNvPr id="3" name="pilot-n-0">
            <a:extLst xmlns:a="http://schemas.openxmlformats.org/drawingml/2006/main">
              <a:ext uri="{FF2B5EF4-FFF2-40B4-BE49-F238E27FC236}">
                <a16:creationId xmlns:a16="http://schemas.microsoft.com/office/drawing/2014/main" id="{4D1CDCED-9D46-4F03-843D-36AEA27DB09E}"/>
              </a:ext>
            </a:extLst>
          </p:cNvPr>
          <p:cNvSpPr>
            <a:spLocks xmlns:a="http://schemas.openxmlformats.org/drawingml/2006/main" noGrp="1"/>
          </p:cNvSpPr>
          <p:nvPr/>
        </p:nvSpPr>
        <p:spPr>
          <a:xfrm xmlns:a="http://schemas.openxmlformats.org/drawingml/2006/main">
            <a:off x="723900" y="20002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87F82"/>
                </a:solidFill>
                <a:latin typeface="Arial"/>
                <a:ea typeface="Arial"/>
                <a:cs typeface="Arial"/>
              </a:defRPr>
            </a:defPPr>
            <a:lvl1pPr algn="l">
              <a:defRPr sz="1350" b="1">
                <a:solidFill>
                  <a:srgbClr val="087F82"/>
                </a:solidFill>
                <a:latin typeface="Arial"/>
                <a:ea typeface="Arial"/>
                <a:cs typeface="Arial"/>
              </a:defRPr>
            </a:lvl1pPr>
            <a:lvl2pPr algn="l">
              <a:defRPr sz="1350" b="1">
                <a:solidFill>
                  <a:srgbClr val="087F82"/>
                </a:solidFill>
                <a:latin typeface="Arial"/>
                <a:ea typeface="Arial"/>
                <a:cs typeface="Arial"/>
              </a:defRPr>
            </a:lvl2pPr>
            <a:lvl3pPr algn="l">
              <a:defRPr sz="1350" b="1">
                <a:solidFill>
                  <a:srgbClr val="087F82"/>
                </a:solidFill>
                <a:latin typeface="Arial"/>
                <a:ea typeface="Arial"/>
                <a:cs typeface="Arial"/>
              </a:defRPr>
            </a:lvl3pPr>
            <a:lvl4pPr algn="l">
              <a:defRPr sz="1350" b="1">
                <a:solidFill>
                  <a:srgbClr val="087F82"/>
                </a:solidFill>
                <a:latin typeface="Arial"/>
                <a:ea typeface="Arial"/>
                <a:cs typeface="Arial"/>
              </a:defRPr>
            </a:lvl4pPr>
            <a:lvl5pPr algn="l">
              <a:defRPr sz="1350" b="1">
                <a:solidFill>
                  <a:srgbClr val="087F82"/>
                </a:solidFill>
                <a:latin typeface="Arial"/>
                <a:ea typeface="Arial"/>
                <a:cs typeface="Arial"/>
              </a:defRPr>
            </a:lvl5pPr>
            <a:lvl6pPr algn="l">
              <a:defRPr sz="1350" b="1">
                <a:solidFill>
                  <a:srgbClr val="087F82"/>
                </a:solidFill>
                <a:latin typeface="Arial"/>
                <a:ea typeface="Arial"/>
                <a:cs typeface="Arial"/>
              </a:defRPr>
            </a:lvl6pPr>
            <a:lvl7pPr algn="l">
              <a:defRPr sz="1350" b="1">
                <a:solidFill>
                  <a:srgbClr val="087F82"/>
                </a:solidFill>
                <a:latin typeface="Arial"/>
                <a:ea typeface="Arial"/>
                <a:cs typeface="Arial"/>
              </a:defRPr>
            </a:lvl7pPr>
            <a:lvl8pPr algn="l">
              <a:defRPr sz="1350" b="1">
                <a:solidFill>
                  <a:srgbClr val="087F82"/>
                </a:solidFill>
                <a:latin typeface="Arial"/>
                <a:ea typeface="Arial"/>
                <a:cs typeface="Arial"/>
              </a:defRPr>
            </a:lvl8pPr>
            <a:lvl9pPr algn="l">
              <a:defRPr sz="1350" b="1">
                <a:solidFill>
                  <a:srgbClr val="087F82"/>
                </a:solidFill>
                <a:latin typeface="Arial"/>
                <a:ea typeface="Arial"/>
                <a:cs typeface="Arial"/>
              </a:defRPr>
            </a:lvl9pPr>
          </a:lstStyle>
          <a:p xmlns:a="http://schemas.openxmlformats.org/drawingml/2006/main">
            <a:pPr algn="l">
              <a:lnSpc>
                <a:spcPct val="105000"/>
              </a:lnSpc>
              <a:buNone/>
              <a:defRPr sz="1350" b="1">
                <a:solidFill>
                  <a:srgbClr val="087F82"/>
                </a:solidFill>
                <a:latin typeface="Arial"/>
                <a:ea typeface="Arial"/>
                <a:cs typeface="Arial"/>
              </a:defRPr>
            </a:pPr>
            <a:r>
              <a:rPr sz="1350" b="1">
                <a:solidFill>
                  <a:srgbClr val="087F82"/>
                </a:solidFill>
                <a:latin typeface="Arial"/>
                <a:ea typeface="Arial"/>
                <a:cs typeface="Arial"/>
              </a:rPr>
              <a:t>01</a:t>
            </a:r>
          </a:p>
        </p:txBody>
      </p:sp>
      <p:sp>
        <p:nvSpPr>
          <p:cNvPr id="4" name="pilot-h-0">
            <a:extLst xmlns:a="http://schemas.openxmlformats.org/drawingml/2006/main">
              <a:ext uri="{FF2B5EF4-FFF2-40B4-BE49-F238E27FC236}">
                <a16:creationId xmlns:a16="http://schemas.microsoft.com/office/drawing/2014/main" id="{D0BDCE79-3BAC-4CE2-806F-437A2454FC8D}"/>
              </a:ext>
            </a:extLst>
          </p:cNvPr>
          <p:cNvSpPr>
            <a:spLocks xmlns:a="http://schemas.openxmlformats.org/drawingml/2006/main" noGrp="1"/>
          </p:cNvSpPr>
          <p:nvPr/>
        </p:nvSpPr>
        <p:spPr>
          <a:xfrm xmlns:a="http://schemas.openxmlformats.org/drawingml/2006/main">
            <a:off x="1447800" y="19907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A35"/>
                </a:solidFill>
                <a:latin typeface="Arial"/>
                <a:ea typeface="Arial"/>
                <a:cs typeface="Arial"/>
              </a:defRPr>
            </a:defPPr>
            <a:lvl1pPr algn="l">
              <a:defRPr sz="1725" b="1">
                <a:solidFill>
                  <a:srgbClr val="102A35"/>
                </a:solidFill>
                <a:latin typeface="Arial"/>
                <a:ea typeface="Arial"/>
                <a:cs typeface="Arial"/>
              </a:defRPr>
            </a:lvl1pPr>
            <a:lvl2pPr algn="l">
              <a:defRPr sz="1725" b="1">
                <a:solidFill>
                  <a:srgbClr val="102A35"/>
                </a:solidFill>
                <a:latin typeface="Arial"/>
                <a:ea typeface="Arial"/>
                <a:cs typeface="Arial"/>
              </a:defRPr>
            </a:lvl2pPr>
            <a:lvl3pPr algn="l">
              <a:defRPr sz="1725" b="1">
                <a:solidFill>
                  <a:srgbClr val="102A35"/>
                </a:solidFill>
                <a:latin typeface="Arial"/>
                <a:ea typeface="Arial"/>
                <a:cs typeface="Arial"/>
              </a:defRPr>
            </a:lvl3pPr>
            <a:lvl4pPr algn="l">
              <a:defRPr sz="1725" b="1">
                <a:solidFill>
                  <a:srgbClr val="102A35"/>
                </a:solidFill>
                <a:latin typeface="Arial"/>
                <a:ea typeface="Arial"/>
                <a:cs typeface="Arial"/>
              </a:defRPr>
            </a:lvl4pPr>
            <a:lvl5pPr algn="l">
              <a:defRPr sz="1725" b="1">
                <a:solidFill>
                  <a:srgbClr val="102A35"/>
                </a:solidFill>
                <a:latin typeface="Arial"/>
                <a:ea typeface="Arial"/>
                <a:cs typeface="Arial"/>
              </a:defRPr>
            </a:lvl5pPr>
            <a:lvl6pPr algn="l">
              <a:defRPr sz="1725" b="1">
                <a:solidFill>
                  <a:srgbClr val="102A35"/>
                </a:solidFill>
                <a:latin typeface="Arial"/>
                <a:ea typeface="Arial"/>
                <a:cs typeface="Arial"/>
              </a:defRPr>
            </a:lvl6pPr>
            <a:lvl7pPr algn="l">
              <a:defRPr sz="1725" b="1">
                <a:solidFill>
                  <a:srgbClr val="102A35"/>
                </a:solidFill>
                <a:latin typeface="Arial"/>
                <a:ea typeface="Arial"/>
                <a:cs typeface="Arial"/>
              </a:defRPr>
            </a:lvl7pPr>
            <a:lvl8pPr algn="l">
              <a:defRPr sz="1725" b="1">
                <a:solidFill>
                  <a:srgbClr val="102A35"/>
                </a:solidFill>
                <a:latin typeface="Arial"/>
                <a:ea typeface="Arial"/>
                <a:cs typeface="Arial"/>
              </a:defRPr>
            </a:lvl8pPr>
            <a:lvl9pPr algn="l">
              <a:defRPr sz="1725" b="1">
                <a:solidFill>
                  <a:srgbClr val="102A35"/>
                </a:solidFill>
                <a:latin typeface="Arial"/>
                <a:ea typeface="Arial"/>
                <a:cs typeface="Arial"/>
              </a:defRPr>
            </a:lvl9pPr>
          </a:lstStyle>
          <a:p xmlns:a="http://schemas.openxmlformats.org/drawingml/2006/main">
            <a:pPr algn="l">
              <a:lnSpc>
                <a:spcPct val="105000"/>
              </a:lnSpc>
              <a:buNone/>
              <a:defRPr sz="1725" b="1">
                <a:solidFill>
                  <a:srgbClr val="102A35"/>
                </a:solidFill>
                <a:latin typeface="Arial"/>
                <a:ea typeface="Arial"/>
                <a:cs typeface="Arial"/>
              </a:defRPr>
            </a:pPr>
            <a:r>
              <a:rPr sz="1725" b="1">
                <a:solidFill>
                  <a:srgbClr val="102A35"/>
                </a:solidFill>
                <a:latin typeface="Arial"/>
                <a:ea typeface="Arial"/>
                <a:cs typeface="Arial"/>
              </a:rPr>
              <a:t>Choose one workflow</a:t>
            </a:r>
          </a:p>
        </p:txBody>
      </p:sp>
      <p:sp>
        <p:nvSpPr>
          <p:cNvPr id="5" name="pilot-b-0">
            <a:extLst xmlns:a="http://schemas.openxmlformats.org/drawingml/2006/main">
              <a:ext uri="{FF2B5EF4-FFF2-40B4-BE49-F238E27FC236}">
                <a16:creationId xmlns:a16="http://schemas.microsoft.com/office/drawing/2014/main" id="{FA23022C-BF16-4D24-92D3-DA4543F9A5A4}"/>
              </a:ext>
            </a:extLst>
          </p:cNvPr>
          <p:cNvSpPr>
            <a:spLocks xmlns:a="http://schemas.openxmlformats.org/drawingml/2006/main" noGrp="1"/>
          </p:cNvSpPr>
          <p:nvPr/>
        </p:nvSpPr>
        <p:spPr>
          <a:xfrm xmlns:a="http://schemas.openxmlformats.org/drawingml/2006/main">
            <a:off x="4857750" y="20002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5606A"/>
                </a:solidFill>
                <a:latin typeface="Arial"/>
                <a:ea typeface="Arial"/>
                <a:cs typeface="Arial"/>
              </a:defRPr>
            </a:defPPr>
            <a:lvl1pPr algn="l">
              <a:defRPr sz="1425" b="0">
                <a:solidFill>
                  <a:srgbClr val="45606A"/>
                </a:solidFill>
                <a:latin typeface="Arial"/>
                <a:ea typeface="Arial"/>
                <a:cs typeface="Arial"/>
              </a:defRPr>
            </a:lvl1pPr>
            <a:lvl2pPr algn="l">
              <a:defRPr sz="1425" b="0">
                <a:solidFill>
                  <a:srgbClr val="45606A"/>
                </a:solidFill>
                <a:latin typeface="Arial"/>
                <a:ea typeface="Arial"/>
                <a:cs typeface="Arial"/>
              </a:defRPr>
            </a:lvl2pPr>
            <a:lvl3pPr algn="l">
              <a:defRPr sz="1425" b="0">
                <a:solidFill>
                  <a:srgbClr val="45606A"/>
                </a:solidFill>
                <a:latin typeface="Arial"/>
                <a:ea typeface="Arial"/>
                <a:cs typeface="Arial"/>
              </a:defRPr>
            </a:lvl3pPr>
            <a:lvl4pPr algn="l">
              <a:defRPr sz="1425" b="0">
                <a:solidFill>
                  <a:srgbClr val="45606A"/>
                </a:solidFill>
                <a:latin typeface="Arial"/>
                <a:ea typeface="Arial"/>
                <a:cs typeface="Arial"/>
              </a:defRPr>
            </a:lvl4pPr>
            <a:lvl5pPr algn="l">
              <a:defRPr sz="1425" b="0">
                <a:solidFill>
                  <a:srgbClr val="45606A"/>
                </a:solidFill>
                <a:latin typeface="Arial"/>
                <a:ea typeface="Arial"/>
                <a:cs typeface="Arial"/>
              </a:defRPr>
            </a:lvl5pPr>
            <a:lvl6pPr algn="l">
              <a:defRPr sz="1425" b="0">
                <a:solidFill>
                  <a:srgbClr val="45606A"/>
                </a:solidFill>
                <a:latin typeface="Arial"/>
                <a:ea typeface="Arial"/>
                <a:cs typeface="Arial"/>
              </a:defRPr>
            </a:lvl6pPr>
            <a:lvl7pPr algn="l">
              <a:defRPr sz="1425" b="0">
                <a:solidFill>
                  <a:srgbClr val="45606A"/>
                </a:solidFill>
                <a:latin typeface="Arial"/>
                <a:ea typeface="Arial"/>
                <a:cs typeface="Arial"/>
              </a:defRPr>
            </a:lvl7pPr>
            <a:lvl8pPr algn="l">
              <a:defRPr sz="1425" b="0">
                <a:solidFill>
                  <a:srgbClr val="45606A"/>
                </a:solidFill>
                <a:latin typeface="Arial"/>
                <a:ea typeface="Arial"/>
                <a:cs typeface="Arial"/>
              </a:defRPr>
            </a:lvl8pPr>
            <a:lvl9pPr algn="l">
              <a:defRPr sz="1425" b="0">
                <a:solidFill>
                  <a:srgbClr val="45606A"/>
                </a:solidFill>
                <a:latin typeface="Arial"/>
                <a:ea typeface="Arial"/>
                <a:cs typeface="Arial"/>
              </a:defRPr>
            </a:lvl9pPr>
          </a:lstStyle>
          <a:p xmlns:a="http://schemas.openxmlformats.org/drawingml/2006/main">
            <a:pPr algn="l">
              <a:lnSpc>
                <a:spcPct val="108000"/>
              </a:lnSpc>
              <a:buNone/>
              <a:defRPr sz="1425" b="0">
                <a:solidFill>
                  <a:srgbClr val="45606A"/>
                </a:solidFill>
                <a:latin typeface="Arial"/>
                <a:ea typeface="Arial"/>
                <a:cs typeface="Arial"/>
              </a:defRPr>
            </a:pPr>
            <a:r>
              <a:rPr sz="1425" b="0">
                <a:solidFill>
                  <a:srgbClr val="45606A"/>
                </a:solidFill>
                <a:latin typeface="Arial"/>
                <a:ea typeface="Arial"/>
                <a:cs typeface="Arial"/>
              </a:rPr>
              <a:t>Pick a repeatable task with a clear source set and reviewer.</a:t>
            </a:r>
          </a:p>
        </p:txBody>
      </p:sp>
      <p:sp>
        <p:nvSpPr>
          <p:cNvPr id="6" name="divider">
            <a:extLst xmlns:a="http://schemas.openxmlformats.org/drawingml/2006/main">
              <a:ext uri="{FF2B5EF4-FFF2-40B4-BE49-F238E27FC236}">
                <a16:creationId xmlns:a16="http://schemas.microsoft.com/office/drawing/2014/main" id="{C0A568F0-1C98-4268-8A18-4DED561AF7CA}"/>
              </a:ext>
            </a:extLst>
          </p:cNvPr>
          <p:cNvSpPr>
            <a:spLocks xmlns:a="http://schemas.openxmlformats.org/drawingml/2006/main" noGrp="1"/>
          </p:cNvSpPr>
          <p:nvPr/>
        </p:nvSpPr>
        <p:spPr>
          <a:xfrm xmlns:a="http://schemas.openxmlformats.org/drawingml/2006/main">
            <a:off x="1447800" y="2543175"/>
            <a:ext cx="9582150"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7" name="pilot-n-1">
            <a:extLst xmlns:a="http://schemas.openxmlformats.org/drawingml/2006/main">
              <a:ext uri="{FF2B5EF4-FFF2-40B4-BE49-F238E27FC236}">
                <a16:creationId xmlns:a16="http://schemas.microsoft.com/office/drawing/2014/main" id="{2FEF6836-86CF-49AB-B394-F6E92C9319CC}"/>
              </a:ext>
            </a:extLst>
          </p:cNvPr>
          <p:cNvSpPr>
            <a:spLocks xmlns:a="http://schemas.openxmlformats.org/drawingml/2006/main" noGrp="1"/>
          </p:cNvSpPr>
          <p:nvPr/>
        </p:nvSpPr>
        <p:spPr>
          <a:xfrm xmlns:a="http://schemas.openxmlformats.org/drawingml/2006/main">
            <a:off x="723900" y="28956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87F82"/>
                </a:solidFill>
                <a:latin typeface="Arial"/>
                <a:ea typeface="Arial"/>
                <a:cs typeface="Arial"/>
              </a:defRPr>
            </a:defPPr>
            <a:lvl1pPr algn="l">
              <a:defRPr sz="1350" b="1">
                <a:solidFill>
                  <a:srgbClr val="087F82"/>
                </a:solidFill>
                <a:latin typeface="Arial"/>
                <a:ea typeface="Arial"/>
                <a:cs typeface="Arial"/>
              </a:defRPr>
            </a:lvl1pPr>
            <a:lvl2pPr algn="l">
              <a:defRPr sz="1350" b="1">
                <a:solidFill>
                  <a:srgbClr val="087F82"/>
                </a:solidFill>
                <a:latin typeface="Arial"/>
                <a:ea typeface="Arial"/>
                <a:cs typeface="Arial"/>
              </a:defRPr>
            </a:lvl2pPr>
            <a:lvl3pPr algn="l">
              <a:defRPr sz="1350" b="1">
                <a:solidFill>
                  <a:srgbClr val="087F82"/>
                </a:solidFill>
                <a:latin typeface="Arial"/>
                <a:ea typeface="Arial"/>
                <a:cs typeface="Arial"/>
              </a:defRPr>
            </a:lvl3pPr>
            <a:lvl4pPr algn="l">
              <a:defRPr sz="1350" b="1">
                <a:solidFill>
                  <a:srgbClr val="087F82"/>
                </a:solidFill>
                <a:latin typeface="Arial"/>
                <a:ea typeface="Arial"/>
                <a:cs typeface="Arial"/>
              </a:defRPr>
            </a:lvl4pPr>
            <a:lvl5pPr algn="l">
              <a:defRPr sz="1350" b="1">
                <a:solidFill>
                  <a:srgbClr val="087F82"/>
                </a:solidFill>
                <a:latin typeface="Arial"/>
                <a:ea typeface="Arial"/>
                <a:cs typeface="Arial"/>
              </a:defRPr>
            </a:lvl5pPr>
            <a:lvl6pPr algn="l">
              <a:defRPr sz="1350" b="1">
                <a:solidFill>
                  <a:srgbClr val="087F82"/>
                </a:solidFill>
                <a:latin typeface="Arial"/>
                <a:ea typeface="Arial"/>
                <a:cs typeface="Arial"/>
              </a:defRPr>
            </a:lvl6pPr>
            <a:lvl7pPr algn="l">
              <a:defRPr sz="1350" b="1">
                <a:solidFill>
                  <a:srgbClr val="087F82"/>
                </a:solidFill>
                <a:latin typeface="Arial"/>
                <a:ea typeface="Arial"/>
                <a:cs typeface="Arial"/>
              </a:defRPr>
            </a:lvl7pPr>
            <a:lvl8pPr algn="l">
              <a:defRPr sz="1350" b="1">
                <a:solidFill>
                  <a:srgbClr val="087F82"/>
                </a:solidFill>
                <a:latin typeface="Arial"/>
                <a:ea typeface="Arial"/>
                <a:cs typeface="Arial"/>
              </a:defRPr>
            </a:lvl8pPr>
            <a:lvl9pPr algn="l">
              <a:defRPr sz="1350" b="1">
                <a:solidFill>
                  <a:srgbClr val="087F82"/>
                </a:solidFill>
                <a:latin typeface="Arial"/>
                <a:ea typeface="Arial"/>
                <a:cs typeface="Arial"/>
              </a:defRPr>
            </a:lvl9pPr>
          </a:lstStyle>
          <a:p xmlns:a="http://schemas.openxmlformats.org/drawingml/2006/main">
            <a:pPr algn="l">
              <a:lnSpc>
                <a:spcPct val="105000"/>
              </a:lnSpc>
              <a:buNone/>
              <a:defRPr sz="1350" b="1">
                <a:solidFill>
                  <a:srgbClr val="087F82"/>
                </a:solidFill>
                <a:latin typeface="Arial"/>
                <a:ea typeface="Arial"/>
                <a:cs typeface="Arial"/>
              </a:defRPr>
            </a:pPr>
            <a:r>
              <a:rPr sz="1350" b="1">
                <a:solidFill>
                  <a:srgbClr val="087F82"/>
                </a:solidFill>
                <a:latin typeface="Arial"/>
                <a:ea typeface="Arial"/>
                <a:cs typeface="Arial"/>
              </a:rPr>
              <a:t>02</a:t>
            </a:r>
          </a:p>
        </p:txBody>
      </p:sp>
      <p:sp>
        <p:nvSpPr>
          <p:cNvPr id="8" name="pilot-h-1">
            <a:extLst xmlns:a="http://schemas.openxmlformats.org/drawingml/2006/main">
              <a:ext uri="{FF2B5EF4-FFF2-40B4-BE49-F238E27FC236}">
                <a16:creationId xmlns:a16="http://schemas.microsoft.com/office/drawing/2014/main" id="{C5D49CD3-6432-459C-8AF3-A41323BA2559}"/>
              </a:ext>
            </a:extLst>
          </p:cNvPr>
          <p:cNvSpPr>
            <a:spLocks xmlns:a="http://schemas.openxmlformats.org/drawingml/2006/main" noGrp="1"/>
          </p:cNvSpPr>
          <p:nvPr/>
        </p:nvSpPr>
        <p:spPr>
          <a:xfrm xmlns:a="http://schemas.openxmlformats.org/drawingml/2006/main">
            <a:off x="1447800" y="28860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A35"/>
                </a:solidFill>
                <a:latin typeface="Arial"/>
                <a:ea typeface="Arial"/>
                <a:cs typeface="Arial"/>
              </a:defRPr>
            </a:defPPr>
            <a:lvl1pPr algn="l">
              <a:defRPr sz="1725" b="1">
                <a:solidFill>
                  <a:srgbClr val="102A35"/>
                </a:solidFill>
                <a:latin typeface="Arial"/>
                <a:ea typeface="Arial"/>
                <a:cs typeface="Arial"/>
              </a:defRPr>
            </a:lvl1pPr>
            <a:lvl2pPr algn="l">
              <a:defRPr sz="1725" b="1">
                <a:solidFill>
                  <a:srgbClr val="102A35"/>
                </a:solidFill>
                <a:latin typeface="Arial"/>
                <a:ea typeface="Arial"/>
                <a:cs typeface="Arial"/>
              </a:defRPr>
            </a:lvl2pPr>
            <a:lvl3pPr algn="l">
              <a:defRPr sz="1725" b="1">
                <a:solidFill>
                  <a:srgbClr val="102A35"/>
                </a:solidFill>
                <a:latin typeface="Arial"/>
                <a:ea typeface="Arial"/>
                <a:cs typeface="Arial"/>
              </a:defRPr>
            </a:lvl3pPr>
            <a:lvl4pPr algn="l">
              <a:defRPr sz="1725" b="1">
                <a:solidFill>
                  <a:srgbClr val="102A35"/>
                </a:solidFill>
                <a:latin typeface="Arial"/>
                <a:ea typeface="Arial"/>
                <a:cs typeface="Arial"/>
              </a:defRPr>
            </a:lvl4pPr>
            <a:lvl5pPr algn="l">
              <a:defRPr sz="1725" b="1">
                <a:solidFill>
                  <a:srgbClr val="102A35"/>
                </a:solidFill>
                <a:latin typeface="Arial"/>
                <a:ea typeface="Arial"/>
                <a:cs typeface="Arial"/>
              </a:defRPr>
            </a:lvl5pPr>
            <a:lvl6pPr algn="l">
              <a:defRPr sz="1725" b="1">
                <a:solidFill>
                  <a:srgbClr val="102A35"/>
                </a:solidFill>
                <a:latin typeface="Arial"/>
                <a:ea typeface="Arial"/>
                <a:cs typeface="Arial"/>
              </a:defRPr>
            </a:lvl6pPr>
            <a:lvl7pPr algn="l">
              <a:defRPr sz="1725" b="1">
                <a:solidFill>
                  <a:srgbClr val="102A35"/>
                </a:solidFill>
                <a:latin typeface="Arial"/>
                <a:ea typeface="Arial"/>
                <a:cs typeface="Arial"/>
              </a:defRPr>
            </a:lvl7pPr>
            <a:lvl8pPr algn="l">
              <a:defRPr sz="1725" b="1">
                <a:solidFill>
                  <a:srgbClr val="102A35"/>
                </a:solidFill>
                <a:latin typeface="Arial"/>
                <a:ea typeface="Arial"/>
                <a:cs typeface="Arial"/>
              </a:defRPr>
            </a:lvl8pPr>
            <a:lvl9pPr algn="l">
              <a:defRPr sz="1725" b="1">
                <a:solidFill>
                  <a:srgbClr val="102A35"/>
                </a:solidFill>
                <a:latin typeface="Arial"/>
                <a:ea typeface="Arial"/>
                <a:cs typeface="Arial"/>
              </a:defRPr>
            </a:lvl9pPr>
          </a:lstStyle>
          <a:p xmlns:a="http://schemas.openxmlformats.org/drawingml/2006/main">
            <a:pPr algn="l">
              <a:lnSpc>
                <a:spcPct val="105000"/>
              </a:lnSpc>
              <a:buNone/>
              <a:defRPr sz="1725" b="1">
                <a:solidFill>
                  <a:srgbClr val="102A35"/>
                </a:solidFill>
                <a:latin typeface="Arial"/>
                <a:ea typeface="Arial"/>
                <a:cs typeface="Arial"/>
              </a:defRPr>
            </a:pPr>
            <a:r>
              <a:rPr sz="1725" b="1">
                <a:solidFill>
                  <a:srgbClr val="102A35"/>
                </a:solidFill>
                <a:latin typeface="Arial"/>
                <a:ea typeface="Arial"/>
                <a:cs typeface="Arial"/>
              </a:rPr>
              <a:t>Record a baseline</a:t>
            </a:r>
          </a:p>
        </p:txBody>
      </p:sp>
      <p:sp>
        <p:nvSpPr>
          <p:cNvPr id="9" name="pilot-b-1">
            <a:extLst xmlns:a="http://schemas.openxmlformats.org/drawingml/2006/main">
              <a:ext uri="{FF2B5EF4-FFF2-40B4-BE49-F238E27FC236}">
                <a16:creationId xmlns:a16="http://schemas.microsoft.com/office/drawing/2014/main" id="{13BA5526-C54B-4566-A2D0-93503F2DEB1F}"/>
              </a:ext>
            </a:extLst>
          </p:cNvPr>
          <p:cNvSpPr>
            <a:spLocks xmlns:a="http://schemas.openxmlformats.org/drawingml/2006/main" noGrp="1"/>
          </p:cNvSpPr>
          <p:nvPr/>
        </p:nvSpPr>
        <p:spPr>
          <a:xfrm xmlns:a="http://schemas.openxmlformats.org/drawingml/2006/main">
            <a:off x="4857750" y="289560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5606A"/>
                </a:solidFill>
                <a:latin typeface="Arial"/>
                <a:ea typeface="Arial"/>
                <a:cs typeface="Arial"/>
              </a:defRPr>
            </a:defPPr>
            <a:lvl1pPr algn="l">
              <a:defRPr sz="1425" b="0">
                <a:solidFill>
                  <a:srgbClr val="45606A"/>
                </a:solidFill>
                <a:latin typeface="Arial"/>
                <a:ea typeface="Arial"/>
                <a:cs typeface="Arial"/>
              </a:defRPr>
            </a:lvl1pPr>
            <a:lvl2pPr algn="l">
              <a:defRPr sz="1425" b="0">
                <a:solidFill>
                  <a:srgbClr val="45606A"/>
                </a:solidFill>
                <a:latin typeface="Arial"/>
                <a:ea typeface="Arial"/>
                <a:cs typeface="Arial"/>
              </a:defRPr>
            </a:lvl2pPr>
            <a:lvl3pPr algn="l">
              <a:defRPr sz="1425" b="0">
                <a:solidFill>
                  <a:srgbClr val="45606A"/>
                </a:solidFill>
                <a:latin typeface="Arial"/>
                <a:ea typeface="Arial"/>
                <a:cs typeface="Arial"/>
              </a:defRPr>
            </a:lvl3pPr>
            <a:lvl4pPr algn="l">
              <a:defRPr sz="1425" b="0">
                <a:solidFill>
                  <a:srgbClr val="45606A"/>
                </a:solidFill>
                <a:latin typeface="Arial"/>
                <a:ea typeface="Arial"/>
                <a:cs typeface="Arial"/>
              </a:defRPr>
            </a:lvl4pPr>
            <a:lvl5pPr algn="l">
              <a:defRPr sz="1425" b="0">
                <a:solidFill>
                  <a:srgbClr val="45606A"/>
                </a:solidFill>
                <a:latin typeface="Arial"/>
                <a:ea typeface="Arial"/>
                <a:cs typeface="Arial"/>
              </a:defRPr>
            </a:lvl5pPr>
            <a:lvl6pPr algn="l">
              <a:defRPr sz="1425" b="0">
                <a:solidFill>
                  <a:srgbClr val="45606A"/>
                </a:solidFill>
                <a:latin typeface="Arial"/>
                <a:ea typeface="Arial"/>
                <a:cs typeface="Arial"/>
              </a:defRPr>
            </a:lvl6pPr>
            <a:lvl7pPr algn="l">
              <a:defRPr sz="1425" b="0">
                <a:solidFill>
                  <a:srgbClr val="45606A"/>
                </a:solidFill>
                <a:latin typeface="Arial"/>
                <a:ea typeface="Arial"/>
                <a:cs typeface="Arial"/>
              </a:defRPr>
            </a:lvl7pPr>
            <a:lvl8pPr algn="l">
              <a:defRPr sz="1425" b="0">
                <a:solidFill>
                  <a:srgbClr val="45606A"/>
                </a:solidFill>
                <a:latin typeface="Arial"/>
                <a:ea typeface="Arial"/>
                <a:cs typeface="Arial"/>
              </a:defRPr>
            </a:lvl8pPr>
            <a:lvl9pPr algn="l">
              <a:defRPr sz="1425" b="0">
                <a:solidFill>
                  <a:srgbClr val="45606A"/>
                </a:solidFill>
                <a:latin typeface="Arial"/>
                <a:ea typeface="Arial"/>
                <a:cs typeface="Arial"/>
              </a:defRPr>
            </a:lvl9pPr>
          </a:lstStyle>
          <a:p xmlns:a="http://schemas.openxmlformats.org/drawingml/2006/main">
            <a:pPr algn="l">
              <a:lnSpc>
                <a:spcPct val="108000"/>
              </a:lnSpc>
              <a:buNone/>
              <a:defRPr sz="1425" b="0">
                <a:solidFill>
                  <a:srgbClr val="45606A"/>
                </a:solidFill>
                <a:latin typeface="Arial"/>
                <a:ea typeface="Arial"/>
                <a:cs typeface="Arial"/>
              </a:defRPr>
            </a:pPr>
            <a:r>
              <a:rPr sz="1425" b="0">
                <a:solidFill>
                  <a:srgbClr val="45606A"/>
                </a:solidFill>
                <a:latin typeface="Arial"/>
                <a:ea typeface="Arial"/>
                <a:cs typeface="Arial"/>
              </a:rPr>
              <a:t>Capture current completion time, errors, and review effort.</a:t>
            </a:r>
          </a:p>
        </p:txBody>
      </p:sp>
      <p:sp>
        <p:nvSpPr>
          <p:cNvPr id="10" name="divider">
            <a:extLst xmlns:a="http://schemas.openxmlformats.org/drawingml/2006/main">
              <a:ext uri="{FF2B5EF4-FFF2-40B4-BE49-F238E27FC236}">
                <a16:creationId xmlns:a16="http://schemas.microsoft.com/office/drawing/2014/main" id="{90FB04B8-8A4E-44E5-B2B9-2A047BAD12D6}"/>
              </a:ext>
            </a:extLst>
          </p:cNvPr>
          <p:cNvSpPr>
            <a:spLocks xmlns:a="http://schemas.openxmlformats.org/drawingml/2006/main" noGrp="1"/>
          </p:cNvSpPr>
          <p:nvPr/>
        </p:nvSpPr>
        <p:spPr>
          <a:xfrm xmlns:a="http://schemas.openxmlformats.org/drawingml/2006/main">
            <a:off x="1447800" y="3438525"/>
            <a:ext cx="9582150"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11" name="pilot-n-2">
            <a:extLst xmlns:a="http://schemas.openxmlformats.org/drawingml/2006/main">
              <a:ext uri="{FF2B5EF4-FFF2-40B4-BE49-F238E27FC236}">
                <a16:creationId xmlns:a16="http://schemas.microsoft.com/office/drawing/2014/main" id="{3F291614-F26A-46C7-B36C-309987126512}"/>
              </a:ext>
            </a:extLst>
          </p:cNvPr>
          <p:cNvSpPr>
            <a:spLocks xmlns:a="http://schemas.openxmlformats.org/drawingml/2006/main" noGrp="1"/>
          </p:cNvSpPr>
          <p:nvPr/>
        </p:nvSpPr>
        <p:spPr>
          <a:xfrm xmlns:a="http://schemas.openxmlformats.org/drawingml/2006/main">
            <a:off x="723900" y="37909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87F82"/>
                </a:solidFill>
                <a:latin typeface="Arial"/>
                <a:ea typeface="Arial"/>
                <a:cs typeface="Arial"/>
              </a:defRPr>
            </a:defPPr>
            <a:lvl1pPr algn="l">
              <a:defRPr sz="1350" b="1">
                <a:solidFill>
                  <a:srgbClr val="087F82"/>
                </a:solidFill>
                <a:latin typeface="Arial"/>
                <a:ea typeface="Arial"/>
                <a:cs typeface="Arial"/>
              </a:defRPr>
            </a:lvl1pPr>
            <a:lvl2pPr algn="l">
              <a:defRPr sz="1350" b="1">
                <a:solidFill>
                  <a:srgbClr val="087F82"/>
                </a:solidFill>
                <a:latin typeface="Arial"/>
                <a:ea typeface="Arial"/>
                <a:cs typeface="Arial"/>
              </a:defRPr>
            </a:lvl2pPr>
            <a:lvl3pPr algn="l">
              <a:defRPr sz="1350" b="1">
                <a:solidFill>
                  <a:srgbClr val="087F82"/>
                </a:solidFill>
                <a:latin typeface="Arial"/>
                <a:ea typeface="Arial"/>
                <a:cs typeface="Arial"/>
              </a:defRPr>
            </a:lvl3pPr>
            <a:lvl4pPr algn="l">
              <a:defRPr sz="1350" b="1">
                <a:solidFill>
                  <a:srgbClr val="087F82"/>
                </a:solidFill>
                <a:latin typeface="Arial"/>
                <a:ea typeface="Arial"/>
                <a:cs typeface="Arial"/>
              </a:defRPr>
            </a:lvl4pPr>
            <a:lvl5pPr algn="l">
              <a:defRPr sz="1350" b="1">
                <a:solidFill>
                  <a:srgbClr val="087F82"/>
                </a:solidFill>
                <a:latin typeface="Arial"/>
                <a:ea typeface="Arial"/>
                <a:cs typeface="Arial"/>
              </a:defRPr>
            </a:lvl5pPr>
            <a:lvl6pPr algn="l">
              <a:defRPr sz="1350" b="1">
                <a:solidFill>
                  <a:srgbClr val="087F82"/>
                </a:solidFill>
                <a:latin typeface="Arial"/>
                <a:ea typeface="Arial"/>
                <a:cs typeface="Arial"/>
              </a:defRPr>
            </a:lvl6pPr>
            <a:lvl7pPr algn="l">
              <a:defRPr sz="1350" b="1">
                <a:solidFill>
                  <a:srgbClr val="087F82"/>
                </a:solidFill>
                <a:latin typeface="Arial"/>
                <a:ea typeface="Arial"/>
                <a:cs typeface="Arial"/>
              </a:defRPr>
            </a:lvl7pPr>
            <a:lvl8pPr algn="l">
              <a:defRPr sz="1350" b="1">
                <a:solidFill>
                  <a:srgbClr val="087F82"/>
                </a:solidFill>
                <a:latin typeface="Arial"/>
                <a:ea typeface="Arial"/>
                <a:cs typeface="Arial"/>
              </a:defRPr>
            </a:lvl8pPr>
            <a:lvl9pPr algn="l">
              <a:defRPr sz="1350" b="1">
                <a:solidFill>
                  <a:srgbClr val="087F82"/>
                </a:solidFill>
                <a:latin typeface="Arial"/>
                <a:ea typeface="Arial"/>
                <a:cs typeface="Arial"/>
              </a:defRPr>
            </a:lvl9pPr>
          </a:lstStyle>
          <a:p xmlns:a="http://schemas.openxmlformats.org/drawingml/2006/main">
            <a:pPr algn="l">
              <a:lnSpc>
                <a:spcPct val="105000"/>
              </a:lnSpc>
              <a:buNone/>
              <a:defRPr sz="1350" b="1">
                <a:solidFill>
                  <a:srgbClr val="087F82"/>
                </a:solidFill>
                <a:latin typeface="Arial"/>
                <a:ea typeface="Arial"/>
                <a:cs typeface="Arial"/>
              </a:defRPr>
            </a:pPr>
            <a:r>
              <a:rPr sz="1350" b="1">
                <a:solidFill>
                  <a:srgbClr val="087F82"/>
                </a:solidFill>
                <a:latin typeface="Arial"/>
                <a:ea typeface="Arial"/>
                <a:cs typeface="Arial"/>
              </a:rPr>
              <a:t>03</a:t>
            </a:r>
          </a:p>
        </p:txBody>
      </p:sp>
      <p:sp>
        <p:nvSpPr>
          <p:cNvPr id="12" name="pilot-h-2">
            <a:extLst xmlns:a="http://schemas.openxmlformats.org/drawingml/2006/main">
              <a:ext uri="{FF2B5EF4-FFF2-40B4-BE49-F238E27FC236}">
                <a16:creationId xmlns:a16="http://schemas.microsoft.com/office/drawing/2014/main" id="{8179FABB-6BBB-438C-8786-31C4C3AF5E74}"/>
              </a:ext>
            </a:extLst>
          </p:cNvPr>
          <p:cNvSpPr>
            <a:spLocks xmlns:a="http://schemas.openxmlformats.org/drawingml/2006/main" noGrp="1"/>
          </p:cNvSpPr>
          <p:nvPr/>
        </p:nvSpPr>
        <p:spPr>
          <a:xfrm xmlns:a="http://schemas.openxmlformats.org/drawingml/2006/main">
            <a:off x="1447800" y="37814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A35"/>
                </a:solidFill>
                <a:latin typeface="Arial"/>
                <a:ea typeface="Arial"/>
                <a:cs typeface="Arial"/>
              </a:defRPr>
            </a:defPPr>
            <a:lvl1pPr algn="l">
              <a:defRPr sz="1725" b="1">
                <a:solidFill>
                  <a:srgbClr val="102A35"/>
                </a:solidFill>
                <a:latin typeface="Arial"/>
                <a:ea typeface="Arial"/>
                <a:cs typeface="Arial"/>
              </a:defRPr>
            </a:lvl1pPr>
            <a:lvl2pPr algn="l">
              <a:defRPr sz="1725" b="1">
                <a:solidFill>
                  <a:srgbClr val="102A35"/>
                </a:solidFill>
                <a:latin typeface="Arial"/>
                <a:ea typeface="Arial"/>
                <a:cs typeface="Arial"/>
              </a:defRPr>
            </a:lvl2pPr>
            <a:lvl3pPr algn="l">
              <a:defRPr sz="1725" b="1">
                <a:solidFill>
                  <a:srgbClr val="102A35"/>
                </a:solidFill>
                <a:latin typeface="Arial"/>
                <a:ea typeface="Arial"/>
                <a:cs typeface="Arial"/>
              </a:defRPr>
            </a:lvl3pPr>
            <a:lvl4pPr algn="l">
              <a:defRPr sz="1725" b="1">
                <a:solidFill>
                  <a:srgbClr val="102A35"/>
                </a:solidFill>
                <a:latin typeface="Arial"/>
                <a:ea typeface="Arial"/>
                <a:cs typeface="Arial"/>
              </a:defRPr>
            </a:lvl4pPr>
            <a:lvl5pPr algn="l">
              <a:defRPr sz="1725" b="1">
                <a:solidFill>
                  <a:srgbClr val="102A35"/>
                </a:solidFill>
                <a:latin typeface="Arial"/>
                <a:ea typeface="Arial"/>
                <a:cs typeface="Arial"/>
              </a:defRPr>
            </a:lvl5pPr>
            <a:lvl6pPr algn="l">
              <a:defRPr sz="1725" b="1">
                <a:solidFill>
                  <a:srgbClr val="102A35"/>
                </a:solidFill>
                <a:latin typeface="Arial"/>
                <a:ea typeface="Arial"/>
                <a:cs typeface="Arial"/>
              </a:defRPr>
            </a:lvl6pPr>
            <a:lvl7pPr algn="l">
              <a:defRPr sz="1725" b="1">
                <a:solidFill>
                  <a:srgbClr val="102A35"/>
                </a:solidFill>
                <a:latin typeface="Arial"/>
                <a:ea typeface="Arial"/>
                <a:cs typeface="Arial"/>
              </a:defRPr>
            </a:lvl7pPr>
            <a:lvl8pPr algn="l">
              <a:defRPr sz="1725" b="1">
                <a:solidFill>
                  <a:srgbClr val="102A35"/>
                </a:solidFill>
                <a:latin typeface="Arial"/>
                <a:ea typeface="Arial"/>
                <a:cs typeface="Arial"/>
              </a:defRPr>
            </a:lvl8pPr>
            <a:lvl9pPr algn="l">
              <a:defRPr sz="1725" b="1">
                <a:solidFill>
                  <a:srgbClr val="102A35"/>
                </a:solidFill>
                <a:latin typeface="Arial"/>
                <a:ea typeface="Arial"/>
                <a:cs typeface="Arial"/>
              </a:defRPr>
            </a:lvl9pPr>
          </a:lstStyle>
          <a:p xmlns:a="http://schemas.openxmlformats.org/drawingml/2006/main">
            <a:pPr algn="l">
              <a:lnSpc>
                <a:spcPct val="105000"/>
              </a:lnSpc>
              <a:buNone/>
              <a:defRPr sz="1725" b="1">
                <a:solidFill>
                  <a:srgbClr val="102A35"/>
                </a:solidFill>
                <a:latin typeface="Arial"/>
                <a:ea typeface="Arial"/>
                <a:cs typeface="Arial"/>
              </a:defRPr>
            </a:pPr>
            <a:r>
              <a:rPr sz="1725" b="1">
                <a:solidFill>
                  <a:srgbClr val="102A35"/>
                </a:solidFill>
                <a:latin typeface="Arial"/>
                <a:ea typeface="Arial"/>
                <a:cs typeface="Arial"/>
              </a:rPr>
              <a:t>Run a consented pilot</a:t>
            </a:r>
          </a:p>
        </p:txBody>
      </p:sp>
      <p:sp>
        <p:nvSpPr>
          <p:cNvPr id="13" name="pilot-b-2">
            <a:extLst xmlns:a="http://schemas.openxmlformats.org/drawingml/2006/main">
              <a:ext uri="{FF2B5EF4-FFF2-40B4-BE49-F238E27FC236}">
                <a16:creationId xmlns:a16="http://schemas.microsoft.com/office/drawing/2014/main" id="{5CC2200B-6E60-464E-B72B-C6F3BEDD005E}"/>
              </a:ext>
            </a:extLst>
          </p:cNvPr>
          <p:cNvSpPr>
            <a:spLocks xmlns:a="http://schemas.openxmlformats.org/drawingml/2006/main" noGrp="1"/>
          </p:cNvSpPr>
          <p:nvPr/>
        </p:nvSpPr>
        <p:spPr>
          <a:xfrm xmlns:a="http://schemas.openxmlformats.org/drawingml/2006/main">
            <a:off x="4857750" y="37909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5606A"/>
                </a:solidFill>
                <a:latin typeface="Arial"/>
                <a:ea typeface="Arial"/>
                <a:cs typeface="Arial"/>
              </a:defRPr>
            </a:defPPr>
            <a:lvl1pPr algn="l">
              <a:defRPr sz="1425" b="0">
                <a:solidFill>
                  <a:srgbClr val="45606A"/>
                </a:solidFill>
                <a:latin typeface="Arial"/>
                <a:ea typeface="Arial"/>
                <a:cs typeface="Arial"/>
              </a:defRPr>
            </a:lvl1pPr>
            <a:lvl2pPr algn="l">
              <a:defRPr sz="1425" b="0">
                <a:solidFill>
                  <a:srgbClr val="45606A"/>
                </a:solidFill>
                <a:latin typeface="Arial"/>
                <a:ea typeface="Arial"/>
                <a:cs typeface="Arial"/>
              </a:defRPr>
            </a:lvl2pPr>
            <a:lvl3pPr algn="l">
              <a:defRPr sz="1425" b="0">
                <a:solidFill>
                  <a:srgbClr val="45606A"/>
                </a:solidFill>
                <a:latin typeface="Arial"/>
                <a:ea typeface="Arial"/>
                <a:cs typeface="Arial"/>
              </a:defRPr>
            </a:lvl3pPr>
            <a:lvl4pPr algn="l">
              <a:defRPr sz="1425" b="0">
                <a:solidFill>
                  <a:srgbClr val="45606A"/>
                </a:solidFill>
                <a:latin typeface="Arial"/>
                <a:ea typeface="Arial"/>
                <a:cs typeface="Arial"/>
              </a:defRPr>
            </a:lvl4pPr>
            <a:lvl5pPr algn="l">
              <a:defRPr sz="1425" b="0">
                <a:solidFill>
                  <a:srgbClr val="45606A"/>
                </a:solidFill>
                <a:latin typeface="Arial"/>
                <a:ea typeface="Arial"/>
                <a:cs typeface="Arial"/>
              </a:defRPr>
            </a:lvl5pPr>
            <a:lvl6pPr algn="l">
              <a:defRPr sz="1425" b="0">
                <a:solidFill>
                  <a:srgbClr val="45606A"/>
                </a:solidFill>
                <a:latin typeface="Arial"/>
                <a:ea typeface="Arial"/>
                <a:cs typeface="Arial"/>
              </a:defRPr>
            </a:lvl6pPr>
            <a:lvl7pPr algn="l">
              <a:defRPr sz="1425" b="0">
                <a:solidFill>
                  <a:srgbClr val="45606A"/>
                </a:solidFill>
                <a:latin typeface="Arial"/>
                <a:ea typeface="Arial"/>
                <a:cs typeface="Arial"/>
              </a:defRPr>
            </a:lvl7pPr>
            <a:lvl8pPr algn="l">
              <a:defRPr sz="1425" b="0">
                <a:solidFill>
                  <a:srgbClr val="45606A"/>
                </a:solidFill>
                <a:latin typeface="Arial"/>
                <a:ea typeface="Arial"/>
                <a:cs typeface="Arial"/>
              </a:defRPr>
            </a:lvl8pPr>
            <a:lvl9pPr algn="l">
              <a:defRPr sz="1425" b="0">
                <a:solidFill>
                  <a:srgbClr val="45606A"/>
                </a:solidFill>
                <a:latin typeface="Arial"/>
                <a:ea typeface="Arial"/>
                <a:cs typeface="Arial"/>
              </a:defRPr>
            </a:lvl9pPr>
          </a:lstStyle>
          <a:p xmlns:a="http://schemas.openxmlformats.org/drawingml/2006/main">
            <a:pPr algn="l">
              <a:lnSpc>
                <a:spcPct val="108000"/>
              </a:lnSpc>
              <a:buNone/>
              <a:defRPr sz="1425" b="0">
                <a:solidFill>
                  <a:srgbClr val="45606A"/>
                </a:solidFill>
                <a:latin typeface="Arial"/>
                <a:ea typeface="Arial"/>
                <a:cs typeface="Arial"/>
              </a:defRPr>
            </a:pPr>
            <a:r>
              <a:rPr sz="1425" b="0">
                <a:solidFill>
                  <a:srgbClr val="45606A"/>
                </a:solidFill>
                <a:latin typeface="Arial"/>
                <a:ea typeface="Arial"/>
                <a:cs typeface="Arial"/>
              </a:rPr>
              <a:t>Use permitted materials; preserve human review and feedback.</a:t>
            </a:r>
          </a:p>
        </p:txBody>
      </p:sp>
      <p:sp>
        <p:nvSpPr>
          <p:cNvPr id="14" name="divider">
            <a:extLst xmlns:a="http://schemas.openxmlformats.org/drawingml/2006/main">
              <a:ext uri="{FF2B5EF4-FFF2-40B4-BE49-F238E27FC236}">
                <a16:creationId xmlns:a16="http://schemas.microsoft.com/office/drawing/2014/main" id="{5DA9F4F6-88E5-4C44-97E6-E23C8D690F45}"/>
              </a:ext>
            </a:extLst>
          </p:cNvPr>
          <p:cNvSpPr>
            <a:spLocks xmlns:a="http://schemas.openxmlformats.org/drawingml/2006/main" noGrp="1"/>
          </p:cNvSpPr>
          <p:nvPr/>
        </p:nvSpPr>
        <p:spPr>
          <a:xfrm xmlns:a="http://schemas.openxmlformats.org/drawingml/2006/main">
            <a:off x="1447800" y="4333875"/>
            <a:ext cx="9582150"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15" name="pilot-n-3">
            <a:extLst xmlns:a="http://schemas.openxmlformats.org/drawingml/2006/main">
              <a:ext uri="{FF2B5EF4-FFF2-40B4-BE49-F238E27FC236}">
                <a16:creationId xmlns:a16="http://schemas.microsoft.com/office/drawing/2014/main" id="{94D55B48-19DA-4239-ADDA-FA91C217EB41}"/>
              </a:ext>
            </a:extLst>
          </p:cNvPr>
          <p:cNvSpPr>
            <a:spLocks xmlns:a="http://schemas.openxmlformats.org/drawingml/2006/main" noGrp="1"/>
          </p:cNvSpPr>
          <p:nvPr/>
        </p:nvSpPr>
        <p:spPr>
          <a:xfrm xmlns:a="http://schemas.openxmlformats.org/drawingml/2006/main">
            <a:off x="723900" y="46863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87F82"/>
                </a:solidFill>
                <a:latin typeface="Arial"/>
                <a:ea typeface="Arial"/>
                <a:cs typeface="Arial"/>
              </a:defRPr>
            </a:defPPr>
            <a:lvl1pPr algn="l">
              <a:defRPr sz="1350" b="1">
                <a:solidFill>
                  <a:srgbClr val="087F82"/>
                </a:solidFill>
                <a:latin typeface="Arial"/>
                <a:ea typeface="Arial"/>
                <a:cs typeface="Arial"/>
              </a:defRPr>
            </a:lvl1pPr>
            <a:lvl2pPr algn="l">
              <a:defRPr sz="1350" b="1">
                <a:solidFill>
                  <a:srgbClr val="087F82"/>
                </a:solidFill>
                <a:latin typeface="Arial"/>
                <a:ea typeface="Arial"/>
                <a:cs typeface="Arial"/>
              </a:defRPr>
            </a:lvl2pPr>
            <a:lvl3pPr algn="l">
              <a:defRPr sz="1350" b="1">
                <a:solidFill>
                  <a:srgbClr val="087F82"/>
                </a:solidFill>
                <a:latin typeface="Arial"/>
                <a:ea typeface="Arial"/>
                <a:cs typeface="Arial"/>
              </a:defRPr>
            </a:lvl3pPr>
            <a:lvl4pPr algn="l">
              <a:defRPr sz="1350" b="1">
                <a:solidFill>
                  <a:srgbClr val="087F82"/>
                </a:solidFill>
                <a:latin typeface="Arial"/>
                <a:ea typeface="Arial"/>
                <a:cs typeface="Arial"/>
              </a:defRPr>
            </a:lvl4pPr>
            <a:lvl5pPr algn="l">
              <a:defRPr sz="1350" b="1">
                <a:solidFill>
                  <a:srgbClr val="087F82"/>
                </a:solidFill>
                <a:latin typeface="Arial"/>
                <a:ea typeface="Arial"/>
                <a:cs typeface="Arial"/>
              </a:defRPr>
            </a:lvl5pPr>
            <a:lvl6pPr algn="l">
              <a:defRPr sz="1350" b="1">
                <a:solidFill>
                  <a:srgbClr val="087F82"/>
                </a:solidFill>
                <a:latin typeface="Arial"/>
                <a:ea typeface="Arial"/>
                <a:cs typeface="Arial"/>
              </a:defRPr>
            </a:lvl6pPr>
            <a:lvl7pPr algn="l">
              <a:defRPr sz="1350" b="1">
                <a:solidFill>
                  <a:srgbClr val="087F82"/>
                </a:solidFill>
                <a:latin typeface="Arial"/>
                <a:ea typeface="Arial"/>
                <a:cs typeface="Arial"/>
              </a:defRPr>
            </a:lvl7pPr>
            <a:lvl8pPr algn="l">
              <a:defRPr sz="1350" b="1">
                <a:solidFill>
                  <a:srgbClr val="087F82"/>
                </a:solidFill>
                <a:latin typeface="Arial"/>
                <a:ea typeface="Arial"/>
                <a:cs typeface="Arial"/>
              </a:defRPr>
            </a:lvl8pPr>
            <a:lvl9pPr algn="l">
              <a:defRPr sz="1350" b="1">
                <a:solidFill>
                  <a:srgbClr val="087F82"/>
                </a:solidFill>
                <a:latin typeface="Arial"/>
                <a:ea typeface="Arial"/>
                <a:cs typeface="Arial"/>
              </a:defRPr>
            </a:lvl9pPr>
          </a:lstStyle>
          <a:p xmlns:a="http://schemas.openxmlformats.org/drawingml/2006/main">
            <a:pPr algn="l">
              <a:lnSpc>
                <a:spcPct val="105000"/>
              </a:lnSpc>
              <a:buNone/>
              <a:defRPr sz="1350" b="1">
                <a:solidFill>
                  <a:srgbClr val="087F82"/>
                </a:solidFill>
                <a:latin typeface="Arial"/>
                <a:ea typeface="Arial"/>
                <a:cs typeface="Arial"/>
              </a:defRPr>
            </a:pPr>
            <a:r>
              <a:rPr sz="1350" b="1">
                <a:solidFill>
                  <a:srgbClr val="087F82"/>
                </a:solidFill>
                <a:latin typeface="Arial"/>
                <a:ea typeface="Arial"/>
                <a:cs typeface="Arial"/>
              </a:rPr>
              <a:t>04</a:t>
            </a:r>
          </a:p>
        </p:txBody>
      </p:sp>
      <p:sp>
        <p:nvSpPr>
          <p:cNvPr id="16" name="pilot-h-3">
            <a:extLst xmlns:a="http://schemas.openxmlformats.org/drawingml/2006/main">
              <a:ext uri="{FF2B5EF4-FFF2-40B4-BE49-F238E27FC236}">
                <a16:creationId xmlns:a16="http://schemas.microsoft.com/office/drawing/2014/main" id="{1C1DD38B-791B-45E0-86D8-3E9D3765C0C4}"/>
              </a:ext>
            </a:extLst>
          </p:cNvPr>
          <p:cNvSpPr>
            <a:spLocks xmlns:a="http://schemas.openxmlformats.org/drawingml/2006/main" noGrp="1"/>
          </p:cNvSpPr>
          <p:nvPr/>
        </p:nvSpPr>
        <p:spPr>
          <a:xfrm xmlns:a="http://schemas.openxmlformats.org/drawingml/2006/main">
            <a:off x="1447800" y="46767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02A35"/>
                </a:solidFill>
                <a:latin typeface="Arial"/>
                <a:ea typeface="Arial"/>
                <a:cs typeface="Arial"/>
              </a:defRPr>
            </a:defPPr>
            <a:lvl1pPr algn="l">
              <a:defRPr sz="1725" b="1">
                <a:solidFill>
                  <a:srgbClr val="102A35"/>
                </a:solidFill>
                <a:latin typeface="Arial"/>
                <a:ea typeface="Arial"/>
                <a:cs typeface="Arial"/>
              </a:defRPr>
            </a:lvl1pPr>
            <a:lvl2pPr algn="l">
              <a:defRPr sz="1725" b="1">
                <a:solidFill>
                  <a:srgbClr val="102A35"/>
                </a:solidFill>
                <a:latin typeface="Arial"/>
                <a:ea typeface="Arial"/>
                <a:cs typeface="Arial"/>
              </a:defRPr>
            </a:lvl2pPr>
            <a:lvl3pPr algn="l">
              <a:defRPr sz="1725" b="1">
                <a:solidFill>
                  <a:srgbClr val="102A35"/>
                </a:solidFill>
                <a:latin typeface="Arial"/>
                <a:ea typeface="Arial"/>
                <a:cs typeface="Arial"/>
              </a:defRPr>
            </a:lvl3pPr>
            <a:lvl4pPr algn="l">
              <a:defRPr sz="1725" b="1">
                <a:solidFill>
                  <a:srgbClr val="102A35"/>
                </a:solidFill>
                <a:latin typeface="Arial"/>
                <a:ea typeface="Arial"/>
                <a:cs typeface="Arial"/>
              </a:defRPr>
            </a:lvl4pPr>
            <a:lvl5pPr algn="l">
              <a:defRPr sz="1725" b="1">
                <a:solidFill>
                  <a:srgbClr val="102A35"/>
                </a:solidFill>
                <a:latin typeface="Arial"/>
                <a:ea typeface="Arial"/>
                <a:cs typeface="Arial"/>
              </a:defRPr>
            </a:lvl5pPr>
            <a:lvl6pPr algn="l">
              <a:defRPr sz="1725" b="1">
                <a:solidFill>
                  <a:srgbClr val="102A35"/>
                </a:solidFill>
                <a:latin typeface="Arial"/>
                <a:ea typeface="Arial"/>
                <a:cs typeface="Arial"/>
              </a:defRPr>
            </a:lvl6pPr>
            <a:lvl7pPr algn="l">
              <a:defRPr sz="1725" b="1">
                <a:solidFill>
                  <a:srgbClr val="102A35"/>
                </a:solidFill>
                <a:latin typeface="Arial"/>
                <a:ea typeface="Arial"/>
                <a:cs typeface="Arial"/>
              </a:defRPr>
            </a:lvl7pPr>
            <a:lvl8pPr algn="l">
              <a:defRPr sz="1725" b="1">
                <a:solidFill>
                  <a:srgbClr val="102A35"/>
                </a:solidFill>
                <a:latin typeface="Arial"/>
                <a:ea typeface="Arial"/>
                <a:cs typeface="Arial"/>
              </a:defRPr>
            </a:lvl8pPr>
            <a:lvl9pPr algn="l">
              <a:defRPr sz="1725" b="1">
                <a:solidFill>
                  <a:srgbClr val="102A35"/>
                </a:solidFill>
                <a:latin typeface="Arial"/>
                <a:ea typeface="Arial"/>
                <a:cs typeface="Arial"/>
              </a:defRPr>
            </a:lvl9pPr>
          </a:lstStyle>
          <a:p xmlns:a="http://schemas.openxmlformats.org/drawingml/2006/main">
            <a:pPr algn="l">
              <a:lnSpc>
                <a:spcPct val="105000"/>
              </a:lnSpc>
              <a:buNone/>
              <a:defRPr sz="1725" b="1">
                <a:solidFill>
                  <a:srgbClr val="102A35"/>
                </a:solidFill>
                <a:latin typeface="Arial"/>
                <a:ea typeface="Arial"/>
                <a:cs typeface="Arial"/>
              </a:defRPr>
            </a:pPr>
            <a:r>
              <a:rPr sz="1725" b="1">
                <a:solidFill>
                  <a:srgbClr val="102A35"/>
                </a:solidFill>
                <a:latin typeface="Arial"/>
                <a:ea typeface="Arial"/>
                <a:cs typeface="Arial"/>
              </a:rPr>
              <a:t>Publish the result</a:t>
            </a:r>
          </a:p>
        </p:txBody>
      </p:sp>
      <p:sp>
        <p:nvSpPr>
          <p:cNvPr id="17" name="pilot-b-3">
            <a:extLst xmlns:a="http://schemas.openxmlformats.org/drawingml/2006/main">
              <a:ext uri="{FF2B5EF4-FFF2-40B4-BE49-F238E27FC236}">
                <a16:creationId xmlns:a16="http://schemas.microsoft.com/office/drawing/2014/main" id="{340B06BF-12C9-448B-8EDE-69864385E4A5}"/>
              </a:ext>
            </a:extLst>
          </p:cNvPr>
          <p:cNvSpPr>
            <a:spLocks xmlns:a="http://schemas.openxmlformats.org/drawingml/2006/main" noGrp="1"/>
          </p:cNvSpPr>
          <p:nvPr/>
        </p:nvSpPr>
        <p:spPr>
          <a:xfrm xmlns:a="http://schemas.openxmlformats.org/drawingml/2006/main">
            <a:off x="4857750" y="468630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5606A"/>
                </a:solidFill>
                <a:latin typeface="Arial"/>
                <a:ea typeface="Arial"/>
                <a:cs typeface="Arial"/>
              </a:defRPr>
            </a:defPPr>
            <a:lvl1pPr algn="l">
              <a:defRPr sz="1425" b="0">
                <a:solidFill>
                  <a:srgbClr val="45606A"/>
                </a:solidFill>
                <a:latin typeface="Arial"/>
                <a:ea typeface="Arial"/>
                <a:cs typeface="Arial"/>
              </a:defRPr>
            </a:lvl1pPr>
            <a:lvl2pPr algn="l">
              <a:defRPr sz="1425" b="0">
                <a:solidFill>
                  <a:srgbClr val="45606A"/>
                </a:solidFill>
                <a:latin typeface="Arial"/>
                <a:ea typeface="Arial"/>
                <a:cs typeface="Arial"/>
              </a:defRPr>
            </a:lvl2pPr>
            <a:lvl3pPr algn="l">
              <a:defRPr sz="1425" b="0">
                <a:solidFill>
                  <a:srgbClr val="45606A"/>
                </a:solidFill>
                <a:latin typeface="Arial"/>
                <a:ea typeface="Arial"/>
                <a:cs typeface="Arial"/>
              </a:defRPr>
            </a:lvl3pPr>
            <a:lvl4pPr algn="l">
              <a:defRPr sz="1425" b="0">
                <a:solidFill>
                  <a:srgbClr val="45606A"/>
                </a:solidFill>
                <a:latin typeface="Arial"/>
                <a:ea typeface="Arial"/>
                <a:cs typeface="Arial"/>
              </a:defRPr>
            </a:lvl4pPr>
            <a:lvl5pPr algn="l">
              <a:defRPr sz="1425" b="0">
                <a:solidFill>
                  <a:srgbClr val="45606A"/>
                </a:solidFill>
                <a:latin typeface="Arial"/>
                <a:ea typeface="Arial"/>
                <a:cs typeface="Arial"/>
              </a:defRPr>
            </a:lvl5pPr>
            <a:lvl6pPr algn="l">
              <a:defRPr sz="1425" b="0">
                <a:solidFill>
                  <a:srgbClr val="45606A"/>
                </a:solidFill>
                <a:latin typeface="Arial"/>
                <a:ea typeface="Arial"/>
                <a:cs typeface="Arial"/>
              </a:defRPr>
            </a:lvl6pPr>
            <a:lvl7pPr algn="l">
              <a:defRPr sz="1425" b="0">
                <a:solidFill>
                  <a:srgbClr val="45606A"/>
                </a:solidFill>
                <a:latin typeface="Arial"/>
                <a:ea typeface="Arial"/>
                <a:cs typeface="Arial"/>
              </a:defRPr>
            </a:lvl7pPr>
            <a:lvl8pPr algn="l">
              <a:defRPr sz="1425" b="0">
                <a:solidFill>
                  <a:srgbClr val="45606A"/>
                </a:solidFill>
                <a:latin typeface="Arial"/>
                <a:ea typeface="Arial"/>
                <a:cs typeface="Arial"/>
              </a:defRPr>
            </a:lvl8pPr>
            <a:lvl9pPr algn="l">
              <a:defRPr sz="1425" b="0">
                <a:solidFill>
                  <a:srgbClr val="45606A"/>
                </a:solidFill>
                <a:latin typeface="Arial"/>
                <a:ea typeface="Arial"/>
                <a:cs typeface="Arial"/>
              </a:defRPr>
            </a:lvl9pPr>
          </a:lstStyle>
          <a:p xmlns:a="http://schemas.openxmlformats.org/drawingml/2006/main">
            <a:pPr algn="l">
              <a:lnSpc>
                <a:spcPct val="108000"/>
              </a:lnSpc>
              <a:buNone/>
              <a:defRPr sz="1425" b="0">
                <a:solidFill>
                  <a:srgbClr val="45606A"/>
                </a:solidFill>
                <a:latin typeface="Arial"/>
                <a:ea typeface="Arial"/>
                <a:cs typeface="Arial"/>
              </a:defRPr>
            </a:pPr>
            <a:r>
              <a:rPr sz="1425" b="0">
                <a:solidFill>
                  <a:srgbClr val="45606A"/>
                </a:solidFill>
                <a:latin typeface="Arial"/>
                <a:ea typeface="Arial"/>
                <a:cs typeface="Arial"/>
              </a:rPr>
              <a:t>Report sample, language, cutoff, misses, cost, and confidence.</a:t>
            </a:r>
          </a:p>
        </p:txBody>
      </p:sp>
      <p:sp>
        <p:nvSpPr>
          <p:cNvPr id="18" name="pilot-sample">
            <a:extLst xmlns:a="http://schemas.openxmlformats.org/drawingml/2006/main">
              <a:ext uri="{FF2B5EF4-FFF2-40B4-BE49-F238E27FC236}">
                <a16:creationId xmlns:a16="http://schemas.microsoft.com/office/drawing/2014/main" id="{5BBDC9D6-3C77-413D-A8CD-8283901F48FC}"/>
              </a:ext>
            </a:extLst>
          </p:cNvPr>
          <p:cNvSpPr>
            <a:spLocks xmlns:a="http://schemas.openxmlformats.org/drawingml/2006/main" noGrp="1"/>
          </p:cNvSpPr>
          <p:nvPr/>
        </p:nvSpPr>
        <p:spPr>
          <a:xfrm xmlns:a="http://schemas.openxmlformats.org/drawingml/2006/main">
            <a:off x="723900" y="5867400"/>
            <a:ext cx="2286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087F82"/>
                </a:solidFill>
                <a:latin typeface="Arial"/>
                <a:ea typeface="Arial"/>
                <a:cs typeface="Arial"/>
              </a:defRPr>
            </a:defPPr>
            <a:lvl1pPr algn="l">
              <a:defRPr sz="1050" b="1">
                <a:solidFill>
                  <a:srgbClr val="087F82"/>
                </a:solidFill>
                <a:latin typeface="Arial"/>
                <a:ea typeface="Arial"/>
                <a:cs typeface="Arial"/>
              </a:defRPr>
            </a:lvl1pPr>
            <a:lvl2pPr algn="l">
              <a:defRPr sz="1050" b="1">
                <a:solidFill>
                  <a:srgbClr val="087F82"/>
                </a:solidFill>
                <a:latin typeface="Arial"/>
                <a:ea typeface="Arial"/>
                <a:cs typeface="Arial"/>
              </a:defRPr>
            </a:lvl2pPr>
            <a:lvl3pPr algn="l">
              <a:defRPr sz="1050" b="1">
                <a:solidFill>
                  <a:srgbClr val="087F82"/>
                </a:solidFill>
                <a:latin typeface="Arial"/>
                <a:ea typeface="Arial"/>
                <a:cs typeface="Arial"/>
              </a:defRPr>
            </a:lvl3pPr>
            <a:lvl4pPr algn="l">
              <a:defRPr sz="1050" b="1">
                <a:solidFill>
                  <a:srgbClr val="087F82"/>
                </a:solidFill>
                <a:latin typeface="Arial"/>
                <a:ea typeface="Arial"/>
                <a:cs typeface="Arial"/>
              </a:defRPr>
            </a:lvl4pPr>
            <a:lvl5pPr algn="l">
              <a:defRPr sz="1050" b="1">
                <a:solidFill>
                  <a:srgbClr val="087F82"/>
                </a:solidFill>
                <a:latin typeface="Arial"/>
                <a:ea typeface="Arial"/>
                <a:cs typeface="Arial"/>
              </a:defRPr>
            </a:lvl5pPr>
            <a:lvl6pPr algn="l">
              <a:defRPr sz="1050" b="1">
                <a:solidFill>
                  <a:srgbClr val="087F82"/>
                </a:solidFill>
                <a:latin typeface="Arial"/>
                <a:ea typeface="Arial"/>
                <a:cs typeface="Arial"/>
              </a:defRPr>
            </a:lvl6pPr>
            <a:lvl7pPr algn="l">
              <a:defRPr sz="1050" b="1">
                <a:solidFill>
                  <a:srgbClr val="087F82"/>
                </a:solidFill>
                <a:latin typeface="Arial"/>
                <a:ea typeface="Arial"/>
                <a:cs typeface="Arial"/>
              </a:defRPr>
            </a:lvl7pPr>
            <a:lvl8pPr algn="l">
              <a:defRPr sz="1050" b="1">
                <a:solidFill>
                  <a:srgbClr val="087F82"/>
                </a:solidFill>
                <a:latin typeface="Arial"/>
                <a:ea typeface="Arial"/>
                <a:cs typeface="Arial"/>
              </a:defRPr>
            </a:lvl8pPr>
            <a:lvl9pPr algn="l">
              <a:defRPr sz="1050" b="1">
                <a:solidFill>
                  <a:srgbClr val="087F82"/>
                </a:solidFill>
                <a:latin typeface="Arial"/>
                <a:ea typeface="Arial"/>
                <a:cs typeface="Arial"/>
              </a:defRPr>
            </a:lvl9pPr>
          </a:lstStyle>
          <a:p xmlns:a="http://schemas.openxmlformats.org/drawingml/2006/main">
            <a:pPr algn="l">
              <a:lnSpc>
                <a:spcPct val="105000"/>
              </a:lnSpc>
              <a:buNone/>
              <a:defRPr sz="1050" b="1">
                <a:solidFill>
                  <a:srgbClr val="087F82"/>
                </a:solidFill>
                <a:latin typeface="Arial"/>
                <a:ea typeface="Arial"/>
                <a:cs typeface="Arial"/>
              </a:defRPr>
            </a:pPr>
            <a:r>
              <a:rPr sz="1050" b="1">
                <a:solidFill>
                  <a:srgbClr val="087F82"/>
                </a:solidFill>
                <a:latin typeface="Arial"/>
                <a:ea typeface="Arial"/>
                <a:cs typeface="Arial"/>
              </a:rPr>
              <a:t>INITIAL DISCOVERY PLAN</a:t>
            </a:r>
          </a:p>
        </p:txBody>
      </p:sp>
      <p:sp>
        <p:nvSpPr>
          <p:cNvPr id="19" name="pilot-sample-detail">
            <a:extLst xmlns:a="http://schemas.openxmlformats.org/drawingml/2006/main">
              <a:ext uri="{FF2B5EF4-FFF2-40B4-BE49-F238E27FC236}">
                <a16:creationId xmlns:a16="http://schemas.microsoft.com/office/drawing/2014/main" id="{9F55B129-E590-455E-9066-1C75C15660E2}"/>
              </a:ext>
            </a:extLst>
          </p:cNvPr>
          <p:cNvSpPr>
            <a:spLocks xmlns:a="http://schemas.openxmlformats.org/drawingml/2006/main" noGrp="1"/>
          </p:cNvSpPr>
          <p:nvPr/>
        </p:nvSpPr>
        <p:spPr>
          <a:xfrm xmlns:a="http://schemas.openxmlformats.org/drawingml/2006/main">
            <a:off x="3143250" y="582930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45606A"/>
                </a:solidFill>
                <a:latin typeface="Arial"/>
                <a:ea typeface="Arial"/>
                <a:cs typeface="Arial"/>
              </a:defRPr>
            </a:defPPr>
            <a:lvl1pPr algn="l">
              <a:defRPr sz="1200" b="1">
                <a:solidFill>
                  <a:srgbClr val="45606A"/>
                </a:solidFill>
                <a:latin typeface="Arial"/>
                <a:ea typeface="Arial"/>
                <a:cs typeface="Arial"/>
              </a:defRPr>
            </a:lvl1pPr>
            <a:lvl2pPr algn="l">
              <a:defRPr sz="1200" b="1">
                <a:solidFill>
                  <a:srgbClr val="45606A"/>
                </a:solidFill>
                <a:latin typeface="Arial"/>
                <a:ea typeface="Arial"/>
                <a:cs typeface="Arial"/>
              </a:defRPr>
            </a:lvl2pPr>
            <a:lvl3pPr algn="l">
              <a:defRPr sz="1200" b="1">
                <a:solidFill>
                  <a:srgbClr val="45606A"/>
                </a:solidFill>
                <a:latin typeface="Arial"/>
                <a:ea typeface="Arial"/>
                <a:cs typeface="Arial"/>
              </a:defRPr>
            </a:lvl3pPr>
            <a:lvl4pPr algn="l">
              <a:defRPr sz="1200" b="1">
                <a:solidFill>
                  <a:srgbClr val="45606A"/>
                </a:solidFill>
                <a:latin typeface="Arial"/>
                <a:ea typeface="Arial"/>
                <a:cs typeface="Arial"/>
              </a:defRPr>
            </a:lvl4pPr>
            <a:lvl5pPr algn="l">
              <a:defRPr sz="1200" b="1">
                <a:solidFill>
                  <a:srgbClr val="45606A"/>
                </a:solidFill>
                <a:latin typeface="Arial"/>
                <a:ea typeface="Arial"/>
                <a:cs typeface="Arial"/>
              </a:defRPr>
            </a:lvl5pPr>
            <a:lvl6pPr algn="l">
              <a:defRPr sz="1200" b="1">
                <a:solidFill>
                  <a:srgbClr val="45606A"/>
                </a:solidFill>
                <a:latin typeface="Arial"/>
                <a:ea typeface="Arial"/>
                <a:cs typeface="Arial"/>
              </a:defRPr>
            </a:lvl6pPr>
            <a:lvl7pPr algn="l">
              <a:defRPr sz="1200" b="1">
                <a:solidFill>
                  <a:srgbClr val="45606A"/>
                </a:solidFill>
                <a:latin typeface="Arial"/>
                <a:ea typeface="Arial"/>
                <a:cs typeface="Arial"/>
              </a:defRPr>
            </a:lvl7pPr>
            <a:lvl8pPr algn="l">
              <a:defRPr sz="1200" b="1">
                <a:solidFill>
                  <a:srgbClr val="45606A"/>
                </a:solidFill>
                <a:latin typeface="Arial"/>
                <a:ea typeface="Arial"/>
                <a:cs typeface="Arial"/>
              </a:defRPr>
            </a:lvl8pPr>
            <a:lvl9pPr algn="l">
              <a:defRPr sz="1200" b="1">
                <a:solidFill>
                  <a:srgbClr val="45606A"/>
                </a:solidFill>
                <a:latin typeface="Arial"/>
                <a:ea typeface="Arial"/>
                <a:cs typeface="Arial"/>
              </a:defRPr>
            </a:lvl9pPr>
          </a:lstStyle>
          <a:p xmlns:a="http://schemas.openxmlformats.org/drawingml/2006/main">
            <a:pPr algn="l">
              <a:lnSpc>
                <a:spcPct val="105000"/>
              </a:lnSpc>
              <a:buNone/>
              <a:defRPr sz="1200" b="1">
                <a:solidFill>
                  <a:srgbClr val="45606A"/>
                </a:solidFill>
                <a:latin typeface="Arial"/>
                <a:ea typeface="Arial"/>
                <a:cs typeface="Arial"/>
              </a:defRPr>
            </a:pPr>
            <a:r>
              <a:rPr sz="1200" b="1">
                <a:solidFill>
                  <a:srgbClr val="45606A"/>
                </a:solidFill>
                <a:latin typeface="Arial"/>
                <a:ea typeface="Arial"/>
                <a:cs typeface="Arial"/>
              </a:rPr>
              <a:t>5–10 design-partner interviews proposed · no pilot commitments or results recorded</a:t>
            </a:r>
          </a:p>
        </p:txBody>
      </p:sp>
    </p:spTree>
    <p:extLst>
      <p:ext uri="{BB962C8B-B14F-4D97-AF65-F5344CB8AC3E}">
        <p14:creationId xmlns:p14="http://schemas.microsoft.com/office/powerpoint/2010/main" val="1045880351"/>
      </p:ext>
    </p:extLst>
  </p:cSld>
</p:sld>
</file>

<file path=ppt/slides/slide9.xml><?xml version="1.0" encoding="utf-8"?>
<p:sld xmlns:p="http://schemas.openxmlformats.org/presentationml/2006/main">
  <p:cSld>
    <p:bg>
      <p:bgPr>
        <a:solidFill xmlns:a="http://schemas.openxmlformats.org/drawingml/2006/main">
          <a:srgbClr val="F5F5EF"/>
        </a:solidFill>
      </p:bgPr>
    </p:bg>
    <p:spTree>
      <p:nvGrpSpPr>
        <p:cNvPr id="1" name=""/>
        <p:cNvGrpSpPr/>
        <p:nvPr/>
      </p:nvGrpSpPr>
      <p:grpSpPr>
        <a:xfrm xmlns:a="http://schemas.openxmlformats.org/drawingml/2006/main"/>
      </p:grpSpPr>
      <p:sp>
        <p:nvSpPr>
          <p:cNvPr id="23" name="section-label">
            <a:extLst xmlns:a="http://schemas.openxmlformats.org/drawingml/2006/main">
              <a:ext uri="{FF2B5EF4-FFF2-40B4-BE49-F238E27FC236}">
                <a16:creationId xmlns:a16="http://schemas.microsoft.com/office/drawing/2014/main" id="{9FD95FBE-70F8-4516-B5B9-B9D2B9B9384B}"/>
              </a:ext>
            </a:extLst>
          </p:cNvPr>
          <p:cNvSpPr>
            <a:spLocks xmlns:a="http://schemas.openxmlformats.org/drawingml/2006/main" noGrp="1"/>
          </p:cNvSpPr>
          <p:nvPr/>
        </p:nvSpPr>
        <p:spPr>
          <a:xfrm xmlns:a="http://schemas.openxmlformats.org/drawingml/2006/main">
            <a:off x="685800" y="4381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87F82"/>
                </a:solidFill>
                <a:latin typeface="Arial"/>
                <a:ea typeface="Arial"/>
                <a:cs typeface="Arial"/>
              </a:defRPr>
            </a:defPPr>
            <a:lvl1pPr algn="l">
              <a:defRPr sz="1125" b="1">
                <a:solidFill>
                  <a:srgbClr val="087F82"/>
                </a:solidFill>
                <a:latin typeface="Arial"/>
                <a:ea typeface="Arial"/>
                <a:cs typeface="Arial"/>
              </a:defRPr>
            </a:lvl1pPr>
            <a:lvl2pPr algn="l">
              <a:defRPr sz="1125" b="1">
                <a:solidFill>
                  <a:srgbClr val="087F82"/>
                </a:solidFill>
                <a:latin typeface="Arial"/>
                <a:ea typeface="Arial"/>
                <a:cs typeface="Arial"/>
              </a:defRPr>
            </a:lvl2pPr>
            <a:lvl3pPr algn="l">
              <a:defRPr sz="1125" b="1">
                <a:solidFill>
                  <a:srgbClr val="087F82"/>
                </a:solidFill>
                <a:latin typeface="Arial"/>
                <a:ea typeface="Arial"/>
                <a:cs typeface="Arial"/>
              </a:defRPr>
            </a:lvl3pPr>
            <a:lvl4pPr algn="l">
              <a:defRPr sz="1125" b="1">
                <a:solidFill>
                  <a:srgbClr val="087F82"/>
                </a:solidFill>
                <a:latin typeface="Arial"/>
                <a:ea typeface="Arial"/>
                <a:cs typeface="Arial"/>
              </a:defRPr>
            </a:lvl4pPr>
            <a:lvl5pPr algn="l">
              <a:defRPr sz="1125" b="1">
                <a:solidFill>
                  <a:srgbClr val="087F82"/>
                </a:solidFill>
                <a:latin typeface="Arial"/>
                <a:ea typeface="Arial"/>
                <a:cs typeface="Arial"/>
              </a:defRPr>
            </a:lvl5pPr>
            <a:lvl6pPr algn="l">
              <a:defRPr sz="1125" b="1">
                <a:solidFill>
                  <a:srgbClr val="087F82"/>
                </a:solidFill>
                <a:latin typeface="Arial"/>
                <a:ea typeface="Arial"/>
                <a:cs typeface="Arial"/>
              </a:defRPr>
            </a:lvl6pPr>
            <a:lvl7pPr algn="l">
              <a:defRPr sz="1125" b="1">
                <a:solidFill>
                  <a:srgbClr val="087F82"/>
                </a:solidFill>
                <a:latin typeface="Arial"/>
                <a:ea typeface="Arial"/>
                <a:cs typeface="Arial"/>
              </a:defRPr>
            </a:lvl7pPr>
            <a:lvl8pPr algn="l">
              <a:defRPr sz="1125" b="1">
                <a:solidFill>
                  <a:srgbClr val="087F82"/>
                </a:solidFill>
                <a:latin typeface="Arial"/>
                <a:ea typeface="Arial"/>
                <a:cs typeface="Arial"/>
              </a:defRPr>
            </a:lvl8pPr>
            <a:lvl9pPr algn="l">
              <a:defRPr sz="1125" b="1">
                <a:solidFill>
                  <a:srgbClr val="087F82"/>
                </a:solidFill>
                <a:latin typeface="Arial"/>
                <a:ea typeface="Arial"/>
                <a:cs typeface="Arial"/>
              </a:defRPr>
            </a:lvl9pPr>
          </a:lstStyle>
          <a:p xmlns:a="http://schemas.openxmlformats.org/drawingml/2006/main">
            <a:pPr algn="l">
              <a:lnSpc>
                <a:spcPct val="105000"/>
              </a:lnSpc>
              <a:buNone/>
              <a:defRPr sz="1125" b="1">
                <a:solidFill>
                  <a:srgbClr val="087F82"/>
                </a:solidFill>
                <a:latin typeface="Arial"/>
                <a:ea typeface="Arial"/>
                <a:cs typeface="Arial"/>
              </a:defRPr>
            </a:pPr>
            <a:r>
              <a:rPr sz="1125" b="1">
                <a:solidFill>
                  <a:srgbClr val="087F82"/>
                </a:solidFill>
                <a:latin typeface="Arial"/>
                <a:ea typeface="Arial"/>
                <a:cs typeface="Arial"/>
              </a:rPr>
              <a:t>12-MONTH MILESTONE PLAN</a:t>
            </a:r>
          </a:p>
        </p:txBody>
      </p:sp>
      <p:sp>
        <p:nvSpPr>
          <p:cNvPr id="2" name="slide-title">
            <a:extLst xmlns:a="http://schemas.openxmlformats.org/drawingml/2006/main">
              <a:ext uri="{FF2B5EF4-FFF2-40B4-BE49-F238E27FC236}">
                <a16:creationId xmlns:a16="http://schemas.microsoft.com/office/drawing/2014/main" id="{A5213DCE-D019-4FF2-8342-9489B217C2C1}"/>
              </a:ext>
            </a:extLst>
          </p:cNvPr>
          <p:cNvSpPr>
            <a:spLocks xmlns:a="http://schemas.openxmlformats.org/drawingml/2006/main" noGrp="1"/>
          </p:cNvSpPr>
          <p:nvPr/>
        </p:nvSpPr>
        <p:spPr>
          <a:xfrm xmlns:a="http://schemas.openxmlformats.org/drawingml/2006/main">
            <a:off x="685800" y="790575"/>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2A35"/>
                </a:solidFill>
                <a:latin typeface="Arial"/>
                <a:ea typeface="Arial"/>
                <a:cs typeface="Arial"/>
              </a:defRPr>
            </a:defPPr>
            <a:lvl1pPr algn="l">
              <a:defRPr sz="3225" b="1">
                <a:solidFill>
                  <a:srgbClr val="102A35"/>
                </a:solidFill>
                <a:latin typeface="Arial"/>
                <a:ea typeface="Arial"/>
                <a:cs typeface="Arial"/>
              </a:defRPr>
            </a:lvl1pPr>
            <a:lvl2pPr algn="l">
              <a:defRPr sz="3225" b="1">
                <a:solidFill>
                  <a:srgbClr val="102A35"/>
                </a:solidFill>
                <a:latin typeface="Arial"/>
                <a:ea typeface="Arial"/>
                <a:cs typeface="Arial"/>
              </a:defRPr>
            </a:lvl2pPr>
            <a:lvl3pPr algn="l">
              <a:defRPr sz="3225" b="1">
                <a:solidFill>
                  <a:srgbClr val="102A35"/>
                </a:solidFill>
                <a:latin typeface="Arial"/>
                <a:ea typeface="Arial"/>
                <a:cs typeface="Arial"/>
              </a:defRPr>
            </a:lvl3pPr>
            <a:lvl4pPr algn="l">
              <a:defRPr sz="3225" b="1">
                <a:solidFill>
                  <a:srgbClr val="102A35"/>
                </a:solidFill>
                <a:latin typeface="Arial"/>
                <a:ea typeface="Arial"/>
                <a:cs typeface="Arial"/>
              </a:defRPr>
            </a:lvl4pPr>
            <a:lvl5pPr algn="l">
              <a:defRPr sz="3225" b="1">
                <a:solidFill>
                  <a:srgbClr val="102A35"/>
                </a:solidFill>
                <a:latin typeface="Arial"/>
                <a:ea typeface="Arial"/>
                <a:cs typeface="Arial"/>
              </a:defRPr>
            </a:lvl5pPr>
            <a:lvl6pPr algn="l">
              <a:defRPr sz="3225" b="1">
                <a:solidFill>
                  <a:srgbClr val="102A35"/>
                </a:solidFill>
                <a:latin typeface="Arial"/>
                <a:ea typeface="Arial"/>
                <a:cs typeface="Arial"/>
              </a:defRPr>
            </a:lvl6pPr>
            <a:lvl7pPr algn="l">
              <a:defRPr sz="3225" b="1">
                <a:solidFill>
                  <a:srgbClr val="102A35"/>
                </a:solidFill>
                <a:latin typeface="Arial"/>
                <a:ea typeface="Arial"/>
                <a:cs typeface="Arial"/>
              </a:defRPr>
            </a:lvl7pPr>
            <a:lvl8pPr algn="l">
              <a:defRPr sz="3225" b="1">
                <a:solidFill>
                  <a:srgbClr val="102A35"/>
                </a:solidFill>
                <a:latin typeface="Arial"/>
                <a:ea typeface="Arial"/>
                <a:cs typeface="Arial"/>
              </a:defRPr>
            </a:lvl8pPr>
            <a:lvl9pPr algn="l">
              <a:defRPr sz="3225" b="1">
                <a:solidFill>
                  <a:srgbClr val="102A35"/>
                </a:solidFill>
                <a:latin typeface="Arial"/>
                <a:ea typeface="Arial"/>
                <a:cs typeface="Arial"/>
              </a:defRPr>
            </a:lvl9pPr>
          </a:lstStyle>
          <a:p xmlns:a="http://schemas.openxmlformats.org/drawingml/2006/main">
            <a:pPr algn="l">
              <a:lnSpc>
                <a:spcPct val="98000"/>
              </a:lnSpc>
              <a:buNone/>
              <a:defRPr sz="3225" b="1">
                <a:solidFill>
                  <a:srgbClr val="102A35"/>
                </a:solidFill>
                <a:latin typeface="Arial"/>
                <a:ea typeface="Arial"/>
                <a:cs typeface="Arial"/>
              </a:defRPr>
            </a:pPr>
            <a:r>
              <a:rPr sz="3225" b="1">
                <a:solidFill>
                  <a:srgbClr val="102A35"/>
                </a:solidFill>
                <a:latin typeface="Arial"/>
                <a:ea typeface="Arial"/>
                <a:cs typeface="Arial"/>
              </a:rPr>
              <a:t>Fund the evidence gates, then scale what works</a:t>
            </a:r>
          </a:p>
        </p:txBody>
      </p:sp>
      <p:sp>
        <p:nvSpPr>
          <p:cNvPr id="3" name="stage-title-0">
            <a:extLst xmlns:a="http://schemas.openxmlformats.org/drawingml/2006/main">
              <a:ext uri="{FF2B5EF4-FFF2-40B4-BE49-F238E27FC236}">
                <a16:creationId xmlns:a16="http://schemas.microsoft.com/office/drawing/2014/main" id="{BEEEAC31-07A6-494F-A593-D5E9A5407F84}"/>
              </a:ext>
            </a:extLst>
          </p:cNvPr>
          <p:cNvSpPr>
            <a:spLocks xmlns:a="http://schemas.openxmlformats.org/drawingml/2006/main" noGrp="1"/>
          </p:cNvSpPr>
          <p:nvPr/>
        </p:nvSpPr>
        <p:spPr>
          <a:xfrm xmlns:a="http://schemas.openxmlformats.org/drawingml/2006/main">
            <a:off x="723900" y="1933575"/>
            <a:ext cx="3219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02A35"/>
                </a:solidFill>
                <a:latin typeface="Arial"/>
                <a:ea typeface="Arial"/>
                <a:cs typeface="Arial"/>
              </a:defRPr>
            </a:defPPr>
            <a:lvl1pPr algn="l">
              <a:defRPr sz="1950" b="1">
                <a:solidFill>
                  <a:srgbClr val="102A35"/>
                </a:solidFill>
                <a:latin typeface="Arial"/>
                <a:ea typeface="Arial"/>
                <a:cs typeface="Arial"/>
              </a:defRPr>
            </a:lvl1pPr>
            <a:lvl2pPr algn="l">
              <a:defRPr sz="1950" b="1">
                <a:solidFill>
                  <a:srgbClr val="102A35"/>
                </a:solidFill>
                <a:latin typeface="Arial"/>
                <a:ea typeface="Arial"/>
                <a:cs typeface="Arial"/>
              </a:defRPr>
            </a:lvl2pPr>
            <a:lvl3pPr algn="l">
              <a:defRPr sz="1950" b="1">
                <a:solidFill>
                  <a:srgbClr val="102A35"/>
                </a:solidFill>
                <a:latin typeface="Arial"/>
                <a:ea typeface="Arial"/>
                <a:cs typeface="Arial"/>
              </a:defRPr>
            </a:lvl3pPr>
            <a:lvl4pPr algn="l">
              <a:defRPr sz="1950" b="1">
                <a:solidFill>
                  <a:srgbClr val="102A35"/>
                </a:solidFill>
                <a:latin typeface="Arial"/>
                <a:ea typeface="Arial"/>
                <a:cs typeface="Arial"/>
              </a:defRPr>
            </a:lvl4pPr>
            <a:lvl5pPr algn="l">
              <a:defRPr sz="1950" b="1">
                <a:solidFill>
                  <a:srgbClr val="102A35"/>
                </a:solidFill>
                <a:latin typeface="Arial"/>
                <a:ea typeface="Arial"/>
                <a:cs typeface="Arial"/>
              </a:defRPr>
            </a:lvl5pPr>
            <a:lvl6pPr algn="l">
              <a:defRPr sz="1950" b="1">
                <a:solidFill>
                  <a:srgbClr val="102A35"/>
                </a:solidFill>
                <a:latin typeface="Arial"/>
                <a:ea typeface="Arial"/>
                <a:cs typeface="Arial"/>
              </a:defRPr>
            </a:lvl6pPr>
            <a:lvl7pPr algn="l">
              <a:defRPr sz="1950" b="1">
                <a:solidFill>
                  <a:srgbClr val="102A35"/>
                </a:solidFill>
                <a:latin typeface="Arial"/>
                <a:ea typeface="Arial"/>
                <a:cs typeface="Arial"/>
              </a:defRPr>
            </a:lvl7pPr>
            <a:lvl8pPr algn="l">
              <a:defRPr sz="1950" b="1">
                <a:solidFill>
                  <a:srgbClr val="102A35"/>
                </a:solidFill>
                <a:latin typeface="Arial"/>
                <a:ea typeface="Arial"/>
                <a:cs typeface="Arial"/>
              </a:defRPr>
            </a:lvl8pPr>
            <a:lvl9pPr algn="l">
              <a:defRPr sz="1950" b="1">
                <a:solidFill>
                  <a:srgbClr val="102A35"/>
                </a:solidFill>
                <a:latin typeface="Arial"/>
                <a:ea typeface="Arial"/>
                <a:cs typeface="Arial"/>
              </a:defRPr>
            </a:lvl9pPr>
          </a:lstStyle>
          <a:p xmlns:a="http://schemas.openxmlformats.org/drawingml/2006/main">
            <a:pPr algn="l">
              <a:lnSpc>
                <a:spcPct val="105000"/>
              </a:lnSpc>
              <a:buNone/>
              <a:defRPr sz="1950" b="1">
                <a:solidFill>
                  <a:srgbClr val="102A35"/>
                </a:solidFill>
                <a:latin typeface="Arial"/>
                <a:ea typeface="Arial"/>
                <a:cs typeface="Arial"/>
              </a:defRPr>
            </a:pPr>
            <a:r>
              <a:rPr sz="1950" b="1">
                <a:solidFill>
                  <a:srgbClr val="102A35"/>
                </a:solidFill>
                <a:latin typeface="Arial"/>
                <a:ea typeface="Arial"/>
                <a:cs typeface="Arial"/>
              </a:rPr>
              <a:t>0–3 months</a:t>
            </a:r>
          </a:p>
        </p:txBody>
      </p:sp>
      <p:sp>
        <p:nvSpPr>
          <p:cNvPr id="4" name="divider">
            <a:extLst xmlns:a="http://schemas.openxmlformats.org/drawingml/2006/main">
              <a:ext uri="{FF2B5EF4-FFF2-40B4-BE49-F238E27FC236}">
                <a16:creationId xmlns:a16="http://schemas.microsoft.com/office/drawing/2014/main" id="{54A62177-D5A7-44FB-AE9B-9DF5D95835F6}"/>
              </a:ext>
            </a:extLst>
          </p:cNvPr>
          <p:cNvSpPr>
            <a:spLocks xmlns:a="http://schemas.openxmlformats.org/drawingml/2006/main" noGrp="1"/>
          </p:cNvSpPr>
          <p:nvPr/>
        </p:nvSpPr>
        <p:spPr>
          <a:xfrm xmlns:a="http://schemas.openxmlformats.org/drawingml/2006/main">
            <a:off x="723900" y="2438400"/>
            <a:ext cx="3209925" cy="38100"/>
          </a:xfrm>
          <a:prstGeom xmlns:a="http://schemas.openxmlformats.org/drawingml/2006/main" prst="rect">
            <a:avLst/>
          </a:prstGeom>
          <a:solidFill xmlns:a="http://schemas.openxmlformats.org/drawingml/2006/main">
            <a:srgbClr val="087F82"/>
          </a:solidFill>
          <a:ln xmlns:a="http://schemas.openxmlformats.org/drawingml/2006/main" w="0">
            <a:noFill/>
            <a:prstDash val="solid"/>
          </a:ln>
        </p:spPr>
      </p:sp>
      <p:sp>
        <p:nvSpPr>
          <p:cNvPr id="5" name="stage-label-0">
            <a:extLst xmlns:a="http://schemas.openxmlformats.org/drawingml/2006/main">
              <a:ext uri="{FF2B5EF4-FFF2-40B4-BE49-F238E27FC236}">
                <a16:creationId xmlns:a16="http://schemas.microsoft.com/office/drawing/2014/main" id="{8752FEEA-2631-4D6D-AFF8-205A866ABBD3}"/>
              </a:ext>
            </a:extLst>
          </p:cNvPr>
          <p:cNvSpPr>
            <a:spLocks xmlns:a="http://schemas.openxmlformats.org/drawingml/2006/main" noGrp="1"/>
          </p:cNvSpPr>
          <p:nvPr/>
        </p:nvSpPr>
        <p:spPr>
          <a:xfrm xmlns:a="http://schemas.openxmlformats.org/drawingml/2006/main">
            <a:off x="723900" y="2667000"/>
            <a:ext cx="32099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E8287"/>
                </a:solidFill>
                <a:latin typeface="Arial"/>
                <a:ea typeface="Arial"/>
                <a:cs typeface="Arial"/>
              </a:defRPr>
            </a:defPPr>
            <a:lvl1pPr algn="l">
              <a:defRPr sz="1050" b="1">
                <a:solidFill>
                  <a:srgbClr val="6E8287"/>
                </a:solidFill>
                <a:latin typeface="Arial"/>
                <a:ea typeface="Arial"/>
                <a:cs typeface="Arial"/>
              </a:defRPr>
            </a:lvl1pPr>
            <a:lvl2pPr algn="l">
              <a:defRPr sz="1050" b="1">
                <a:solidFill>
                  <a:srgbClr val="6E8287"/>
                </a:solidFill>
                <a:latin typeface="Arial"/>
                <a:ea typeface="Arial"/>
                <a:cs typeface="Arial"/>
              </a:defRPr>
            </a:lvl2pPr>
            <a:lvl3pPr algn="l">
              <a:defRPr sz="1050" b="1">
                <a:solidFill>
                  <a:srgbClr val="6E8287"/>
                </a:solidFill>
                <a:latin typeface="Arial"/>
                <a:ea typeface="Arial"/>
                <a:cs typeface="Arial"/>
              </a:defRPr>
            </a:lvl3pPr>
            <a:lvl4pPr algn="l">
              <a:defRPr sz="1050" b="1">
                <a:solidFill>
                  <a:srgbClr val="6E8287"/>
                </a:solidFill>
                <a:latin typeface="Arial"/>
                <a:ea typeface="Arial"/>
                <a:cs typeface="Arial"/>
              </a:defRPr>
            </a:lvl4pPr>
            <a:lvl5pPr algn="l">
              <a:defRPr sz="1050" b="1">
                <a:solidFill>
                  <a:srgbClr val="6E8287"/>
                </a:solidFill>
                <a:latin typeface="Arial"/>
                <a:ea typeface="Arial"/>
                <a:cs typeface="Arial"/>
              </a:defRPr>
            </a:lvl5pPr>
            <a:lvl6pPr algn="l">
              <a:defRPr sz="1050" b="1">
                <a:solidFill>
                  <a:srgbClr val="6E8287"/>
                </a:solidFill>
                <a:latin typeface="Arial"/>
                <a:ea typeface="Arial"/>
                <a:cs typeface="Arial"/>
              </a:defRPr>
            </a:lvl6pPr>
            <a:lvl7pPr algn="l">
              <a:defRPr sz="1050" b="1">
                <a:solidFill>
                  <a:srgbClr val="6E8287"/>
                </a:solidFill>
                <a:latin typeface="Arial"/>
                <a:ea typeface="Arial"/>
                <a:cs typeface="Arial"/>
              </a:defRPr>
            </a:lvl7pPr>
            <a:lvl8pPr algn="l">
              <a:defRPr sz="1050" b="1">
                <a:solidFill>
                  <a:srgbClr val="6E8287"/>
                </a:solidFill>
                <a:latin typeface="Arial"/>
                <a:ea typeface="Arial"/>
                <a:cs typeface="Arial"/>
              </a:defRPr>
            </a:lvl8pPr>
            <a:lvl9pPr algn="l">
              <a:defRPr sz="1050" b="1">
                <a:solidFill>
                  <a:srgbClr val="6E8287"/>
                </a:solidFill>
                <a:latin typeface="Arial"/>
                <a:ea typeface="Arial"/>
                <a:cs typeface="Arial"/>
              </a:defRPr>
            </a:lvl9pPr>
          </a:lstStyle>
          <a:p xmlns:a="http://schemas.openxmlformats.org/drawingml/2006/main">
            <a:pPr algn="l">
              <a:lnSpc>
                <a:spcPct val="105000"/>
              </a:lnSpc>
              <a:buNone/>
              <a:defRPr sz="1050" b="1">
                <a:solidFill>
                  <a:srgbClr val="6E8287"/>
                </a:solidFill>
                <a:latin typeface="Arial"/>
                <a:ea typeface="Arial"/>
                <a:cs typeface="Arial"/>
              </a:defRPr>
            </a:pPr>
            <a:r>
              <a:rPr sz="1050" b="1">
                <a:solidFill>
                  <a:srgbClr val="6E8287"/>
                </a:solidFill>
                <a:latin typeface="Arial"/>
                <a:ea typeface="Arial"/>
                <a:cs typeface="Arial"/>
              </a:rPr>
              <a:t>EVIDENCE GATE</a:t>
            </a:r>
          </a:p>
        </p:txBody>
      </p:sp>
      <p:sp>
        <p:nvSpPr>
          <p:cNvPr id="6" name="stage-evidence-0">
            <a:extLst xmlns:a="http://schemas.openxmlformats.org/drawingml/2006/main">
              <a:ext uri="{FF2B5EF4-FFF2-40B4-BE49-F238E27FC236}">
                <a16:creationId xmlns:a16="http://schemas.microsoft.com/office/drawing/2014/main" id="{844F4EBC-E64A-48A2-86B0-395E672842F7}"/>
              </a:ext>
            </a:extLst>
          </p:cNvPr>
          <p:cNvSpPr>
            <a:spLocks xmlns:a="http://schemas.openxmlformats.org/drawingml/2006/main" noGrp="1"/>
          </p:cNvSpPr>
          <p:nvPr/>
        </p:nvSpPr>
        <p:spPr>
          <a:xfrm xmlns:a="http://schemas.openxmlformats.org/drawingml/2006/main">
            <a:off x="723900" y="2990850"/>
            <a:ext cx="320992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02A35"/>
                </a:solidFill>
                <a:latin typeface="Arial"/>
                <a:ea typeface="Arial"/>
                <a:cs typeface="Arial"/>
              </a:defRPr>
            </a:defPPr>
            <a:lvl1pPr algn="l">
              <a:defRPr sz="1350" b="0">
                <a:solidFill>
                  <a:srgbClr val="102A35"/>
                </a:solidFill>
                <a:latin typeface="Arial"/>
                <a:ea typeface="Arial"/>
                <a:cs typeface="Arial"/>
              </a:defRPr>
            </a:lvl1pPr>
            <a:lvl2pPr algn="l">
              <a:defRPr sz="1350" b="0">
                <a:solidFill>
                  <a:srgbClr val="102A35"/>
                </a:solidFill>
                <a:latin typeface="Arial"/>
                <a:ea typeface="Arial"/>
                <a:cs typeface="Arial"/>
              </a:defRPr>
            </a:lvl2pPr>
            <a:lvl3pPr algn="l">
              <a:defRPr sz="1350" b="0">
                <a:solidFill>
                  <a:srgbClr val="102A35"/>
                </a:solidFill>
                <a:latin typeface="Arial"/>
                <a:ea typeface="Arial"/>
                <a:cs typeface="Arial"/>
              </a:defRPr>
            </a:lvl3pPr>
            <a:lvl4pPr algn="l">
              <a:defRPr sz="1350" b="0">
                <a:solidFill>
                  <a:srgbClr val="102A35"/>
                </a:solidFill>
                <a:latin typeface="Arial"/>
                <a:ea typeface="Arial"/>
                <a:cs typeface="Arial"/>
              </a:defRPr>
            </a:lvl4pPr>
            <a:lvl5pPr algn="l">
              <a:defRPr sz="1350" b="0">
                <a:solidFill>
                  <a:srgbClr val="102A35"/>
                </a:solidFill>
                <a:latin typeface="Arial"/>
                <a:ea typeface="Arial"/>
                <a:cs typeface="Arial"/>
              </a:defRPr>
            </a:lvl5pPr>
            <a:lvl6pPr algn="l">
              <a:defRPr sz="1350" b="0">
                <a:solidFill>
                  <a:srgbClr val="102A35"/>
                </a:solidFill>
                <a:latin typeface="Arial"/>
                <a:ea typeface="Arial"/>
                <a:cs typeface="Arial"/>
              </a:defRPr>
            </a:lvl6pPr>
            <a:lvl7pPr algn="l">
              <a:defRPr sz="1350" b="0">
                <a:solidFill>
                  <a:srgbClr val="102A35"/>
                </a:solidFill>
                <a:latin typeface="Arial"/>
                <a:ea typeface="Arial"/>
                <a:cs typeface="Arial"/>
              </a:defRPr>
            </a:lvl7pPr>
            <a:lvl8pPr algn="l">
              <a:defRPr sz="1350" b="0">
                <a:solidFill>
                  <a:srgbClr val="102A35"/>
                </a:solidFill>
                <a:latin typeface="Arial"/>
                <a:ea typeface="Arial"/>
                <a:cs typeface="Arial"/>
              </a:defRPr>
            </a:lvl8pPr>
            <a:lvl9pPr algn="l">
              <a:defRPr sz="1350" b="0">
                <a:solidFill>
                  <a:srgbClr val="102A35"/>
                </a:solidFill>
                <a:latin typeface="Arial"/>
                <a:ea typeface="Arial"/>
                <a:cs typeface="Arial"/>
              </a:defRPr>
            </a:lvl9pPr>
          </a:lstStyle>
          <a:p xmlns:a="http://schemas.openxmlformats.org/drawingml/2006/main">
            <a:pPr algn="l">
              <a:lnSpc>
                <a:spcPct val="114000"/>
              </a:lnSpc>
              <a:buNone/>
              <a:defRPr sz="1350" b="0">
                <a:solidFill>
                  <a:srgbClr val="102A35"/>
                </a:solidFill>
                <a:latin typeface="Arial"/>
                <a:ea typeface="Arial"/>
                <a:cs typeface="Arial"/>
              </a:defRPr>
            </a:pPr>
            <a:r>
              <a:rPr sz="1350" b="0">
                <a:solidFill>
                  <a:srgbClr val="102A35"/>
                </a:solidFill>
                <a:latin typeface="Arial"/>
                <a:ea typeface="Arial"/>
                <a:cs typeface="Arial"/>
              </a:rPr>
              <a:t>Source-rights review</a:t>
            </a:r>
          </a:p>
          <a:p xmlns:a="http://schemas.openxmlformats.org/drawingml/2006/main">
            <a:pPr algn="l">
              <a:lnSpc>
                <a:spcPct val="114000"/>
              </a:lnSpc>
              <a:buNone/>
              <a:defRPr sz="1350" b="0">
                <a:solidFill>
                  <a:srgbClr val="102A35"/>
                </a:solidFill>
                <a:latin typeface="Arial"/>
                <a:ea typeface="Arial"/>
                <a:cs typeface="Arial"/>
              </a:defRPr>
            </a:pPr>
            <a:r>
              <a:rPr sz="1350" b="0">
                <a:solidFill>
                  <a:srgbClr val="102A35"/>
                </a:solidFill>
                <a:latin typeface="Arial"/>
                <a:ea typeface="Arial"/>
                <a:cs typeface="Arial"/>
              </a:rPr>
              <a:t>Corpus schema + ingestion prototype</a:t>
            </a:r>
          </a:p>
          <a:p xmlns:a="http://schemas.openxmlformats.org/drawingml/2006/main">
            <a:pPr algn="l">
              <a:lnSpc>
                <a:spcPct val="114000"/>
              </a:lnSpc>
              <a:buNone/>
              <a:defRPr sz="1350" b="0">
                <a:solidFill>
                  <a:srgbClr val="102A35"/>
                </a:solidFill>
                <a:latin typeface="Arial"/>
                <a:ea typeface="Arial"/>
                <a:cs typeface="Arial"/>
              </a:defRPr>
            </a:pPr>
            <a:r>
              <a:rPr sz="1350" b="0">
                <a:solidFill>
                  <a:srgbClr val="102A35"/>
                </a:solidFill>
                <a:latin typeface="Arial"/>
                <a:ea typeface="Arial"/>
                <a:cs typeface="Arial"/>
              </a:rPr>
              <a:t>Citation baseline</a:t>
            </a:r>
          </a:p>
          <a:p xmlns:a="http://schemas.openxmlformats.org/drawingml/2006/main">
            <a:pPr algn="l">
              <a:lnSpc>
                <a:spcPct val="114000"/>
              </a:lnSpc>
              <a:buNone/>
              <a:defRPr sz="1350" b="0">
                <a:solidFill>
                  <a:srgbClr val="102A35"/>
                </a:solidFill>
                <a:latin typeface="Arial"/>
                <a:ea typeface="Arial"/>
                <a:cs typeface="Arial"/>
              </a:defRPr>
            </a:pPr>
            <a:r>
              <a:rPr sz="1350" b="0">
                <a:solidFill>
                  <a:srgbClr val="102A35"/>
                </a:solidFill>
                <a:latin typeface="Arial"/>
                <a:ea typeface="Arial"/>
                <a:cs typeface="Arial"/>
              </a:rPr>
              <a:t>5–10 partner interviews</a:t>
            </a:r>
          </a:p>
        </p:txBody>
      </p:sp>
      <p:sp>
        <p:nvSpPr>
          <p:cNvPr id="7" name="stage-use-label-0">
            <a:extLst xmlns:a="http://schemas.openxmlformats.org/drawingml/2006/main">
              <a:ext uri="{FF2B5EF4-FFF2-40B4-BE49-F238E27FC236}">
                <a16:creationId xmlns:a16="http://schemas.microsoft.com/office/drawing/2014/main" id="{3252D5F2-A735-4C5E-B309-6D291783D997}"/>
              </a:ext>
            </a:extLst>
          </p:cNvPr>
          <p:cNvSpPr>
            <a:spLocks xmlns:a="http://schemas.openxmlformats.org/drawingml/2006/main" noGrp="1"/>
          </p:cNvSpPr>
          <p:nvPr/>
        </p:nvSpPr>
        <p:spPr>
          <a:xfrm xmlns:a="http://schemas.openxmlformats.org/drawingml/2006/main">
            <a:off x="723900" y="4524375"/>
            <a:ext cx="32099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E8287"/>
                </a:solidFill>
                <a:latin typeface="Arial"/>
                <a:ea typeface="Arial"/>
                <a:cs typeface="Arial"/>
              </a:defRPr>
            </a:defPPr>
            <a:lvl1pPr algn="l">
              <a:defRPr sz="1050" b="1">
                <a:solidFill>
                  <a:srgbClr val="6E8287"/>
                </a:solidFill>
                <a:latin typeface="Arial"/>
                <a:ea typeface="Arial"/>
                <a:cs typeface="Arial"/>
              </a:defRPr>
            </a:lvl1pPr>
            <a:lvl2pPr algn="l">
              <a:defRPr sz="1050" b="1">
                <a:solidFill>
                  <a:srgbClr val="6E8287"/>
                </a:solidFill>
                <a:latin typeface="Arial"/>
                <a:ea typeface="Arial"/>
                <a:cs typeface="Arial"/>
              </a:defRPr>
            </a:lvl2pPr>
            <a:lvl3pPr algn="l">
              <a:defRPr sz="1050" b="1">
                <a:solidFill>
                  <a:srgbClr val="6E8287"/>
                </a:solidFill>
                <a:latin typeface="Arial"/>
                <a:ea typeface="Arial"/>
                <a:cs typeface="Arial"/>
              </a:defRPr>
            </a:lvl3pPr>
            <a:lvl4pPr algn="l">
              <a:defRPr sz="1050" b="1">
                <a:solidFill>
                  <a:srgbClr val="6E8287"/>
                </a:solidFill>
                <a:latin typeface="Arial"/>
                <a:ea typeface="Arial"/>
                <a:cs typeface="Arial"/>
              </a:defRPr>
            </a:lvl4pPr>
            <a:lvl5pPr algn="l">
              <a:defRPr sz="1050" b="1">
                <a:solidFill>
                  <a:srgbClr val="6E8287"/>
                </a:solidFill>
                <a:latin typeface="Arial"/>
                <a:ea typeface="Arial"/>
                <a:cs typeface="Arial"/>
              </a:defRPr>
            </a:lvl5pPr>
            <a:lvl6pPr algn="l">
              <a:defRPr sz="1050" b="1">
                <a:solidFill>
                  <a:srgbClr val="6E8287"/>
                </a:solidFill>
                <a:latin typeface="Arial"/>
                <a:ea typeface="Arial"/>
                <a:cs typeface="Arial"/>
              </a:defRPr>
            </a:lvl6pPr>
            <a:lvl7pPr algn="l">
              <a:defRPr sz="1050" b="1">
                <a:solidFill>
                  <a:srgbClr val="6E8287"/>
                </a:solidFill>
                <a:latin typeface="Arial"/>
                <a:ea typeface="Arial"/>
                <a:cs typeface="Arial"/>
              </a:defRPr>
            </a:lvl7pPr>
            <a:lvl8pPr algn="l">
              <a:defRPr sz="1050" b="1">
                <a:solidFill>
                  <a:srgbClr val="6E8287"/>
                </a:solidFill>
                <a:latin typeface="Arial"/>
                <a:ea typeface="Arial"/>
                <a:cs typeface="Arial"/>
              </a:defRPr>
            </a:lvl8pPr>
            <a:lvl9pPr algn="l">
              <a:defRPr sz="1050" b="1">
                <a:solidFill>
                  <a:srgbClr val="6E8287"/>
                </a:solidFill>
                <a:latin typeface="Arial"/>
                <a:ea typeface="Arial"/>
                <a:cs typeface="Arial"/>
              </a:defRPr>
            </a:lvl9pPr>
          </a:lstStyle>
          <a:p xmlns:a="http://schemas.openxmlformats.org/drawingml/2006/main">
            <a:pPr algn="l">
              <a:lnSpc>
                <a:spcPct val="105000"/>
              </a:lnSpc>
              <a:buNone/>
              <a:defRPr sz="1050" b="1">
                <a:solidFill>
                  <a:srgbClr val="6E8287"/>
                </a:solidFill>
                <a:latin typeface="Arial"/>
                <a:ea typeface="Arial"/>
                <a:cs typeface="Arial"/>
              </a:defRPr>
            </a:pPr>
            <a:r>
              <a:rPr sz="1050" b="1">
                <a:solidFill>
                  <a:srgbClr val="6E8287"/>
                </a:solidFill>
                <a:latin typeface="Arial"/>
                <a:ea typeface="Arial"/>
                <a:cs typeface="Arial"/>
              </a:rPr>
              <a:t>FUNDING USE</a:t>
            </a:r>
          </a:p>
        </p:txBody>
      </p:sp>
      <p:sp>
        <p:nvSpPr>
          <p:cNvPr id="8" name="stage-use-0">
            <a:extLst xmlns:a="http://schemas.openxmlformats.org/drawingml/2006/main">
              <a:ext uri="{FF2B5EF4-FFF2-40B4-BE49-F238E27FC236}">
                <a16:creationId xmlns:a16="http://schemas.microsoft.com/office/drawing/2014/main" id="{A4AEF8F6-9270-4882-8F66-BB3D21708104}"/>
              </a:ext>
            </a:extLst>
          </p:cNvPr>
          <p:cNvSpPr>
            <a:spLocks xmlns:a="http://schemas.openxmlformats.org/drawingml/2006/main" noGrp="1"/>
          </p:cNvSpPr>
          <p:nvPr/>
        </p:nvSpPr>
        <p:spPr>
          <a:xfrm xmlns:a="http://schemas.openxmlformats.org/drawingml/2006/main">
            <a:off x="723900" y="4857750"/>
            <a:ext cx="32099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45606A"/>
                </a:solidFill>
                <a:latin typeface="Arial"/>
                <a:ea typeface="Arial"/>
                <a:cs typeface="Arial"/>
              </a:defRPr>
            </a:defPPr>
            <a:lvl1pPr algn="l">
              <a:defRPr sz="1350" b="1">
                <a:solidFill>
                  <a:srgbClr val="45606A"/>
                </a:solidFill>
                <a:latin typeface="Arial"/>
                <a:ea typeface="Arial"/>
                <a:cs typeface="Arial"/>
              </a:defRPr>
            </a:lvl1pPr>
            <a:lvl2pPr algn="l">
              <a:defRPr sz="1350" b="1">
                <a:solidFill>
                  <a:srgbClr val="45606A"/>
                </a:solidFill>
                <a:latin typeface="Arial"/>
                <a:ea typeface="Arial"/>
                <a:cs typeface="Arial"/>
              </a:defRPr>
            </a:lvl2pPr>
            <a:lvl3pPr algn="l">
              <a:defRPr sz="1350" b="1">
                <a:solidFill>
                  <a:srgbClr val="45606A"/>
                </a:solidFill>
                <a:latin typeface="Arial"/>
                <a:ea typeface="Arial"/>
                <a:cs typeface="Arial"/>
              </a:defRPr>
            </a:lvl3pPr>
            <a:lvl4pPr algn="l">
              <a:defRPr sz="1350" b="1">
                <a:solidFill>
                  <a:srgbClr val="45606A"/>
                </a:solidFill>
                <a:latin typeface="Arial"/>
                <a:ea typeface="Arial"/>
                <a:cs typeface="Arial"/>
              </a:defRPr>
            </a:lvl4pPr>
            <a:lvl5pPr algn="l">
              <a:defRPr sz="1350" b="1">
                <a:solidFill>
                  <a:srgbClr val="45606A"/>
                </a:solidFill>
                <a:latin typeface="Arial"/>
                <a:ea typeface="Arial"/>
                <a:cs typeface="Arial"/>
              </a:defRPr>
            </a:lvl5pPr>
            <a:lvl6pPr algn="l">
              <a:defRPr sz="1350" b="1">
                <a:solidFill>
                  <a:srgbClr val="45606A"/>
                </a:solidFill>
                <a:latin typeface="Arial"/>
                <a:ea typeface="Arial"/>
                <a:cs typeface="Arial"/>
              </a:defRPr>
            </a:lvl6pPr>
            <a:lvl7pPr algn="l">
              <a:defRPr sz="1350" b="1">
                <a:solidFill>
                  <a:srgbClr val="45606A"/>
                </a:solidFill>
                <a:latin typeface="Arial"/>
                <a:ea typeface="Arial"/>
                <a:cs typeface="Arial"/>
              </a:defRPr>
            </a:lvl7pPr>
            <a:lvl8pPr algn="l">
              <a:defRPr sz="1350" b="1">
                <a:solidFill>
                  <a:srgbClr val="45606A"/>
                </a:solidFill>
                <a:latin typeface="Arial"/>
                <a:ea typeface="Arial"/>
                <a:cs typeface="Arial"/>
              </a:defRPr>
            </a:lvl8pPr>
            <a:lvl9pPr algn="l">
              <a:defRPr sz="1350" b="1">
                <a:solidFill>
                  <a:srgbClr val="45606A"/>
                </a:solidFill>
                <a:latin typeface="Arial"/>
                <a:ea typeface="Arial"/>
                <a:cs typeface="Arial"/>
              </a:defRPr>
            </a:lvl9pPr>
          </a:lstStyle>
          <a:p xmlns:a="http://schemas.openxmlformats.org/drawingml/2006/main">
            <a:pPr algn="l">
              <a:lnSpc>
                <a:spcPct val="110000"/>
              </a:lnSpc>
              <a:buNone/>
              <a:defRPr sz="1350" b="1">
                <a:solidFill>
                  <a:srgbClr val="45606A"/>
                </a:solidFill>
                <a:latin typeface="Arial"/>
                <a:ea typeface="Arial"/>
                <a:cs typeface="Arial"/>
              </a:defRPr>
            </a:pPr>
            <a:r>
              <a:rPr sz="1350" b="1">
                <a:solidFill>
                  <a:srgbClr val="45606A"/>
                </a:solidFill>
                <a:latin typeface="Arial"/>
                <a:ea typeface="Arial"/>
                <a:cs typeface="Arial"/>
              </a:rPr>
              <a:t>Rights, engineering,</a:t>
            </a:r>
          </a:p>
          <a:p xmlns:a="http://schemas.openxmlformats.org/drawingml/2006/main">
            <a:pPr algn="l">
              <a:lnSpc>
                <a:spcPct val="110000"/>
              </a:lnSpc>
              <a:buNone/>
              <a:defRPr sz="1350" b="1">
                <a:solidFill>
                  <a:srgbClr val="45606A"/>
                </a:solidFill>
                <a:latin typeface="Arial"/>
                <a:ea typeface="Arial"/>
                <a:cs typeface="Arial"/>
              </a:defRPr>
            </a:pPr>
            <a:r>
              <a:rPr sz="1350" b="1">
                <a:solidFill>
                  <a:srgbClr val="45606A"/>
                </a:solidFill>
                <a:latin typeface="Arial"/>
                <a:ea typeface="Arial"/>
                <a:cs typeface="Arial"/>
              </a:rPr>
              <a:t>evaluation design</a:t>
            </a:r>
          </a:p>
        </p:txBody>
      </p:sp>
      <p:sp>
        <p:nvSpPr>
          <p:cNvPr id="9" name="stage-title-1">
            <a:extLst xmlns:a="http://schemas.openxmlformats.org/drawingml/2006/main">
              <a:ext uri="{FF2B5EF4-FFF2-40B4-BE49-F238E27FC236}">
                <a16:creationId xmlns:a16="http://schemas.microsoft.com/office/drawing/2014/main" id="{1C7664D7-FA6B-4993-8492-BD195399E5D1}"/>
              </a:ext>
            </a:extLst>
          </p:cNvPr>
          <p:cNvSpPr>
            <a:spLocks xmlns:a="http://schemas.openxmlformats.org/drawingml/2006/main" noGrp="1"/>
          </p:cNvSpPr>
          <p:nvPr/>
        </p:nvSpPr>
        <p:spPr>
          <a:xfrm xmlns:a="http://schemas.openxmlformats.org/drawingml/2006/main">
            <a:off x="4438650" y="1933575"/>
            <a:ext cx="3219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02A35"/>
                </a:solidFill>
                <a:latin typeface="Arial"/>
                <a:ea typeface="Arial"/>
                <a:cs typeface="Arial"/>
              </a:defRPr>
            </a:defPPr>
            <a:lvl1pPr algn="l">
              <a:defRPr sz="1950" b="1">
                <a:solidFill>
                  <a:srgbClr val="102A35"/>
                </a:solidFill>
                <a:latin typeface="Arial"/>
                <a:ea typeface="Arial"/>
                <a:cs typeface="Arial"/>
              </a:defRPr>
            </a:lvl1pPr>
            <a:lvl2pPr algn="l">
              <a:defRPr sz="1950" b="1">
                <a:solidFill>
                  <a:srgbClr val="102A35"/>
                </a:solidFill>
                <a:latin typeface="Arial"/>
                <a:ea typeface="Arial"/>
                <a:cs typeface="Arial"/>
              </a:defRPr>
            </a:lvl2pPr>
            <a:lvl3pPr algn="l">
              <a:defRPr sz="1950" b="1">
                <a:solidFill>
                  <a:srgbClr val="102A35"/>
                </a:solidFill>
                <a:latin typeface="Arial"/>
                <a:ea typeface="Arial"/>
                <a:cs typeface="Arial"/>
              </a:defRPr>
            </a:lvl3pPr>
            <a:lvl4pPr algn="l">
              <a:defRPr sz="1950" b="1">
                <a:solidFill>
                  <a:srgbClr val="102A35"/>
                </a:solidFill>
                <a:latin typeface="Arial"/>
                <a:ea typeface="Arial"/>
                <a:cs typeface="Arial"/>
              </a:defRPr>
            </a:lvl4pPr>
            <a:lvl5pPr algn="l">
              <a:defRPr sz="1950" b="1">
                <a:solidFill>
                  <a:srgbClr val="102A35"/>
                </a:solidFill>
                <a:latin typeface="Arial"/>
                <a:ea typeface="Arial"/>
                <a:cs typeface="Arial"/>
              </a:defRPr>
            </a:lvl5pPr>
            <a:lvl6pPr algn="l">
              <a:defRPr sz="1950" b="1">
                <a:solidFill>
                  <a:srgbClr val="102A35"/>
                </a:solidFill>
                <a:latin typeface="Arial"/>
                <a:ea typeface="Arial"/>
                <a:cs typeface="Arial"/>
              </a:defRPr>
            </a:lvl6pPr>
            <a:lvl7pPr algn="l">
              <a:defRPr sz="1950" b="1">
                <a:solidFill>
                  <a:srgbClr val="102A35"/>
                </a:solidFill>
                <a:latin typeface="Arial"/>
                <a:ea typeface="Arial"/>
                <a:cs typeface="Arial"/>
              </a:defRPr>
            </a:lvl7pPr>
            <a:lvl8pPr algn="l">
              <a:defRPr sz="1950" b="1">
                <a:solidFill>
                  <a:srgbClr val="102A35"/>
                </a:solidFill>
                <a:latin typeface="Arial"/>
                <a:ea typeface="Arial"/>
                <a:cs typeface="Arial"/>
              </a:defRPr>
            </a:lvl8pPr>
            <a:lvl9pPr algn="l">
              <a:defRPr sz="1950" b="1">
                <a:solidFill>
                  <a:srgbClr val="102A35"/>
                </a:solidFill>
                <a:latin typeface="Arial"/>
                <a:ea typeface="Arial"/>
                <a:cs typeface="Arial"/>
              </a:defRPr>
            </a:lvl9pPr>
          </a:lstStyle>
          <a:p xmlns:a="http://schemas.openxmlformats.org/drawingml/2006/main">
            <a:pPr algn="l">
              <a:lnSpc>
                <a:spcPct val="105000"/>
              </a:lnSpc>
              <a:buNone/>
              <a:defRPr sz="1950" b="1">
                <a:solidFill>
                  <a:srgbClr val="102A35"/>
                </a:solidFill>
                <a:latin typeface="Arial"/>
                <a:ea typeface="Arial"/>
                <a:cs typeface="Arial"/>
              </a:defRPr>
            </a:pPr>
            <a:r>
              <a:rPr sz="1950" b="1">
                <a:solidFill>
                  <a:srgbClr val="102A35"/>
                </a:solidFill>
                <a:latin typeface="Arial"/>
                <a:ea typeface="Arial"/>
                <a:cs typeface="Arial"/>
              </a:rPr>
              <a:t>3–6 months</a:t>
            </a:r>
          </a:p>
        </p:txBody>
      </p:sp>
      <p:sp>
        <p:nvSpPr>
          <p:cNvPr id="10" name="divider">
            <a:extLst xmlns:a="http://schemas.openxmlformats.org/drawingml/2006/main">
              <a:ext uri="{FF2B5EF4-FFF2-40B4-BE49-F238E27FC236}">
                <a16:creationId xmlns:a16="http://schemas.microsoft.com/office/drawing/2014/main" id="{81614FC2-92B5-4480-BEC1-85775654CC1F}"/>
              </a:ext>
            </a:extLst>
          </p:cNvPr>
          <p:cNvSpPr>
            <a:spLocks xmlns:a="http://schemas.openxmlformats.org/drawingml/2006/main" noGrp="1"/>
          </p:cNvSpPr>
          <p:nvPr/>
        </p:nvSpPr>
        <p:spPr>
          <a:xfrm xmlns:a="http://schemas.openxmlformats.org/drawingml/2006/main">
            <a:off x="4438650" y="2438400"/>
            <a:ext cx="3209925" cy="38100"/>
          </a:xfrm>
          <a:prstGeom xmlns:a="http://schemas.openxmlformats.org/drawingml/2006/main" prst="rect">
            <a:avLst/>
          </a:prstGeom>
          <a:solidFill xmlns:a="http://schemas.openxmlformats.org/drawingml/2006/main">
            <a:srgbClr val="087F82"/>
          </a:solidFill>
          <a:ln xmlns:a="http://schemas.openxmlformats.org/drawingml/2006/main" w="0">
            <a:noFill/>
            <a:prstDash val="solid"/>
          </a:ln>
        </p:spPr>
      </p:sp>
      <p:sp>
        <p:nvSpPr>
          <p:cNvPr id="11" name="stage-label-1">
            <a:extLst xmlns:a="http://schemas.openxmlformats.org/drawingml/2006/main">
              <a:ext uri="{FF2B5EF4-FFF2-40B4-BE49-F238E27FC236}">
                <a16:creationId xmlns:a16="http://schemas.microsoft.com/office/drawing/2014/main" id="{F07A55E6-92A6-4FBF-9A76-231B6579579F}"/>
              </a:ext>
            </a:extLst>
          </p:cNvPr>
          <p:cNvSpPr>
            <a:spLocks xmlns:a="http://schemas.openxmlformats.org/drawingml/2006/main" noGrp="1"/>
          </p:cNvSpPr>
          <p:nvPr/>
        </p:nvSpPr>
        <p:spPr>
          <a:xfrm xmlns:a="http://schemas.openxmlformats.org/drawingml/2006/main">
            <a:off x="4438650" y="2667000"/>
            <a:ext cx="32099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E8287"/>
                </a:solidFill>
                <a:latin typeface="Arial"/>
                <a:ea typeface="Arial"/>
                <a:cs typeface="Arial"/>
              </a:defRPr>
            </a:defPPr>
            <a:lvl1pPr algn="l">
              <a:defRPr sz="1050" b="1">
                <a:solidFill>
                  <a:srgbClr val="6E8287"/>
                </a:solidFill>
                <a:latin typeface="Arial"/>
                <a:ea typeface="Arial"/>
                <a:cs typeface="Arial"/>
              </a:defRPr>
            </a:lvl1pPr>
            <a:lvl2pPr algn="l">
              <a:defRPr sz="1050" b="1">
                <a:solidFill>
                  <a:srgbClr val="6E8287"/>
                </a:solidFill>
                <a:latin typeface="Arial"/>
                <a:ea typeface="Arial"/>
                <a:cs typeface="Arial"/>
              </a:defRPr>
            </a:lvl2pPr>
            <a:lvl3pPr algn="l">
              <a:defRPr sz="1050" b="1">
                <a:solidFill>
                  <a:srgbClr val="6E8287"/>
                </a:solidFill>
                <a:latin typeface="Arial"/>
                <a:ea typeface="Arial"/>
                <a:cs typeface="Arial"/>
              </a:defRPr>
            </a:lvl3pPr>
            <a:lvl4pPr algn="l">
              <a:defRPr sz="1050" b="1">
                <a:solidFill>
                  <a:srgbClr val="6E8287"/>
                </a:solidFill>
                <a:latin typeface="Arial"/>
                <a:ea typeface="Arial"/>
                <a:cs typeface="Arial"/>
              </a:defRPr>
            </a:lvl4pPr>
            <a:lvl5pPr algn="l">
              <a:defRPr sz="1050" b="1">
                <a:solidFill>
                  <a:srgbClr val="6E8287"/>
                </a:solidFill>
                <a:latin typeface="Arial"/>
                <a:ea typeface="Arial"/>
                <a:cs typeface="Arial"/>
              </a:defRPr>
            </a:lvl5pPr>
            <a:lvl6pPr algn="l">
              <a:defRPr sz="1050" b="1">
                <a:solidFill>
                  <a:srgbClr val="6E8287"/>
                </a:solidFill>
                <a:latin typeface="Arial"/>
                <a:ea typeface="Arial"/>
                <a:cs typeface="Arial"/>
              </a:defRPr>
            </a:lvl6pPr>
            <a:lvl7pPr algn="l">
              <a:defRPr sz="1050" b="1">
                <a:solidFill>
                  <a:srgbClr val="6E8287"/>
                </a:solidFill>
                <a:latin typeface="Arial"/>
                <a:ea typeface="Arial"/>
                <a:cs typeface="Arial"/>
              </a:defRPr>
            </a:lvl7pPr>
            <a:lvl8pPr algn="l">
              <a:defRPr sz="1050" b="1">
                <a:solidFill>
                  <a:srgbClr val="6E8287"/>
                </a:solidFill>
                <a:latin typeface="Arial"/>
                <a:ea typeface="Arial"/>
                <a:cs typeface="Arial"/>
              </a:defRPr>
            </a:lvl8pPr>
            <a:lvl9pPr algn="l">
              <a:defRPr sz="1050" b="1">
                <a:solidFill>
                  <a:srgbClr val="6E8287"/>
                </a:solidFill>
                <a:latin typeface="Arial"/>
                <a:ea typeface="Arial"/>
                <a:cs typeface="Arial"/>
              </a:defRPr>
            </a:lvl9pPr>
          </a:lstStyle>
          <a:p xmlns:a="http://schemas.openxmlformats.org/drawingml/2006/main">
            <a:pPr algn="l">
              <a:lnSpc>
                <a:spcPct val="105000"/>
              </a:lnSpc>
              <a:buNone/>
              <a:defRPr sz="1050" b="1">
                <a:solidFill>
                  <a:srgbClr val="6E8287"/>
                </a:solidFill>
                <a:latin typeface="Arial"/>
                <a:ea typeface="Arial"/>
                <a:cs typeface="Arial"/>
              </a:defRPr>
            </a:pPr>
            <a:r>
              <a:rPr sz="1050" b="1">
                <a:solidFill>
                  <a:srgbClr val="6E8287"/>
                </a:solidFill>
                <a:latin typeface="Arial"/>
                <a:ea typeface="Arial"/>
                <a:cs typeface="Arial"/>
              </a:rPr>
              <a:t>EVIDENCE GATE</a:t>
            </a:r>
          </a:p>
        </p:txBody>
      </p:sp>
      <p:sp>
        <p:nvSpPr>
          <p:cNvPr id="12" name="stage-evidence-1">
            <a:extLst xmlns:a="http://schemas.openxmlformats.org/drawingml/2006/main">
              <a:ext uri="{FF2B5EF4-FFF2-40B4-BE49-F238E27FC236}">
                <a16:creationId xmlns:a16="http://schemas.microsoft.com/office/drawing/2014/main" id="{8A1FA002-D8FC-41AF-86F4-C7B57B790753}"/>
              </a:ext>
            </a:extLst>
          </p:cNvPr>
          <p:cNvSpPr>
            <a:spLocks xmlns:a="http://schemas.openxmlformats.org/drawingml/2006/main" noGrp="1"/>
          </p:cNvSpPr>
          <p:nvPr/>
        </p:nvSpPr>
        <p:spPr>
          <a:xfrm xmlns:a="http://schemas.openxmlformats.org/drawingml/2006/main">
            <a:off x="4438650" y="2990850"/>
            <a:ext cx="320992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02A35"/>
                </a:solidFill>
                <a:latin typeface="Arial"/>
                <a:ea typeface="Arial"/>
                <a:cs typeface="Arial"/>
              </a:defRPr>
            </a:defPPr>
            <a:lvl1pPr algn="l">
              <a:defRPr sz="1350" b="0">
                <a:solidFill>
                  <a:srgbClr val="102A35"/>
                </a:solidFill>
                <a:latin typeface="Arial"/>
                <a:ea typeface="Arial"/>
                <a:cs typeface="Arial"/>
              </a:defRPr>
            </a:lvl1pPr>
            <a:lvl2pPr algn="l">
              <a:defRPr sz="1350" b="0">
                <a:solidFill>
                  <a:srgbClr val="102A35"/>
                </a:solidFill>
                <a:latin typeface="Arial"/>
                <a:ea typeface="Arial"/>
                <a:cs typeface="Arial"/>
              </a:defRPr>
            </a:lvl2pPr>
            <a:lvl3pPr algn="l">
              <a:defRPr sz="1350" b="0">
                <a:solidFill>
                  <a:srgbClr val="102A35"/>
                </a:solidFill>
                <a:latin typeface="Arial"/>
                <a:ea typeface="Arial"/>
                <a:cs typeface="Arial"/>
              </a:defRPr>
            </a:lvl3pPr>
            <a:lvl4pPr algn="l">
              <a:defRPr sz="1350" b="0">
                <a:solidFill>
                  <a:srgbClr val="102A35"/>
                </a:solidFill>
                <a:latin typeface="Arial"/>
                <a:ea typeface="Arial"/>
                <a:cs typeface="Arial"/>
              </a:defRPr>
            </a:lvl4pPr>
            <a:lvl5pPr algn="l">
              <a:defRPr sz="1350" b="0">
                <a:solidFill>
                  <a:srgbClr val="102A35"/>
                </a:solidFill>
                <a:latin typeface="Arial"/>
                <a:ea typeface="Arial"/>
                <a:cs typeface="Arial"/>
              </a:defRPr>
            </a:lvl5pPr>
            <a:lvl6pPr algn="l">
              <a:defRPr sz="1350" b="0">
                <a:solidFill>
                  <a:srgbClr val="102A35"/>
                </a:solidFill>
                <a:latin typeface="Arial"/>
                <a:ea typeface="Arial"/>
                <a:cs typeface="Arial"/>
              </a:defRPr>
            </a:lvl6pPr>
            <a:lvl7pPr algn="l">
              <a:defRPr sz="1350" b="0">
                <a:solidFill>
                  <a:srgbClr val="102A35"/>
                </a:solidFill>
                <a:latin typeface="Arial"/>
                <a:ea typeface="Arial"/>
                <a:cs typeface="Arial"/>
              </a:defRPr>
            </a:lvl7pPr>
            <a:lvl8pPr algn="l">
              <a:defRPr sz="1350" b="0">
                <a:solidFill>
                  <a:srgbClr val="102A35"/>
                </a:solidFill>
                <a:latin typeface="Arial"/>
                <a:ea typeface="Arial"/>
                <a:cs typeface="Arial"/>
              </a:defRPr>
            </a:lvl8pPr>
            <a:lvl9pPr algn="l">
              <a:defRPr sz="1350" b="0">
                <a:solidFill>
                  <a:srgbClr val="102A35"/>
                </a:solidFill>
                <a:latin typeface="Arial"/>
                <a:ea typeface="Arial"/>
                <a:cs typeface="Arial"/>
              </a:defRPr>
            </a:lvl9pPr>
          </a:lstStyle>
          <a:p xmlns:a="http://schemas.openxmlformats.org/drawingml/2006/main">
            <a:pPr algn="l">
              <a:lnSpc>
                <a:spcPct val="114000"/>
              </a:lnSpc>
              <a:buNone/>
              <a:defRPr sz="1350" b="0">
                <a:solidFill>
                  <a:srgbClr val="102A35"/>
                </a:solidFill>
                <a:latin typeface="Arial"/>
                <a:ea typeface="Arial"/>
                <a:cs typeface="Arial"/>
              </a:defRPr>
            </a:pPr>
            <a:r>
              <a:rPr sz="1350" b="0">
                <a:solidFill>
                  <a:srgbClr val="102A35"/>
                </a:solidFill>
                <a:latin typeface="Arial"/>
                <a:ea typeface="Arial"/>
                <a:cs typeface="Arial"/>
              </a:rPr>
              <a:t>Retrieval with source spans</a:t>
            </a:r>
          </a:p>
          <a:p xmlns:a="http://schemas.openxmlformats.org/drawingml/2006/main">
            <a:pPr algn="l">
              <a:lnSpc>
                <a:spcPct val="114000"/>
              </a:lnSpc>
              <a:buNone/>
              <a:defRPr sz="1350" b="0">
                <a:solidFill>
                  <a:srgbClr val="102A35"/>
                </a:solidFill>
                <a:latin typeface="Arial"/>
                <a:ea typeface="Arial"/>
                <a:cs typeface="Arial"/>
              </a:defRPr>
            </a:pPr>
            <a:r>
              <a:rPr sz="1350" b="0">
                <a:solidFill>
                  <a:srgbClr val="102A35"/>
                </a:solidFill>
                <a:latin typeface="Arial"/>
                <a:ea typeface="Arial"/>
                <a:cs typeface="Arial"/>
              </a:rPr>
              <a:t>Counsel-reviewed benchmark</a:t>
            </a:r>
          </a:p>
          <a:p xmlns:a="http://schemas.openxmlformats.org/drawingml/2006/main">
            <a:pPr algn="l">
              <a:lnSpc>
                <a:spcPct val="114000"/>
              </a:lnSpc>
              <a:buNone/>
              <a:defRPr sz="1350" b="0">
                <a:solidFill>
                  <a:srgbClr val="102A35"/>
                </a:solidFill>
                <a:latin typeface="Arial"/>
                <a:ea typeface="Arial"/>
                <a:cs typeface="Arial"/>
              </a:defRPr>
            </a:pPr>
            <a:r>
              <a:rPr sz="1350" b="0">
                <a:solidFill>
                  <a:srgbClr val="102A35"/>
                </a:solidFill>
                <a:latin typeface="Arial"/>
                <a:ea typeface="Arial"/>
                <a:cs typeface="Arial"/>
              </a:rPr>
              <a:t>Privacy threat model</a:t>
            </a:r>
          </a:p>
          <a:p xmlns:a="http://schemas.openxmlformats.org/drawingml/2006/main">
            <a:pPr algn="l">
              <a:lnSpc>
                <a:spcPct val="114000"/>
              </a:lnSpc>
              <a:buNone/>
              <a:defRPr sz="1350" b="0">
                <a:solidFill>
                  <a:srgbClr val="102A35"/>
                </a:solidFill>
                <a:latin typeface="Arial"/>
                <a:ea typeface="Arial"/>
                <a:cs typeface="Arial"/>
              </a:defRPr>
            </a:pPr>
            <a:r>
              <a:rPr sz="1350" b="0">
                <a:solidFill>
                  <a:srgbClr val="102A35"/>
                </a:solidFill>
                <a:latin typeface="Arial"/>
                <a:ea typeface="Arial"/>
                <a:cs typeface="Arial"/>
              </a:rPr>
              <a:t>Measured correction rates</a:t>
            </a:r>
          </a:p>
        </p:txBody>
      </p:sp>
      <p:sp>
        <p:nvSpPr>
          <p:cNvPr id="13" name="stage-use-label-1">
            <a:extLst xmlns:a="http://schemas.openxmlformats.org/drawingml/2006/main">
              <a:ext uri="{FF2B5EF4-FFF2-40B4-BE49-F238E27FC236}">
                <a16:creationId xmlns:a16="http://schemas.microsoft.com/office/drawing/2014/main" id="{35F5230F-AFE3-460C-8088-A06CD0FFE33C}"/>
              </a:ext>
            </a:extLst>
          </p:cNvPr>
          <p:cNvSpPr>
            <a:spLocks xmlns:a="http://schemas.openxmlformats.org/drawingml/2006/main" noGrp="1"/>
          </p:cNvSpPr>
          <p:nvPr/>
        </p:nvSpPr>
        <p:spPr>
          <a:xfrm xmlns:a="http://schemas.openxmlformats.org/drawingml/2006/main">
            <a:off x="4438650" y="4524375"/>
            <a:ext cx="32099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E8287"/>
                </a:solidFill>
                <a:latin typeface="Arial"/>
                <a:ea typeface="Arial"/>
                <a:cs typeface="Arial"/>
              </a:defRPr>
            </a:defPPr>
            <a:lvl1pPr algn="l">
              <a:defRPr sz="1050" b="1">
                <a:solidFill>
                  <a:srgbClr val="6E8287"/>
                </a:solidFill>
                <a:latin typeface="Arial"/>
                <a:ea typeface="Arial"/>
                <a:cs typeface="Arial"/>
              </a:defRPr>
            </a:lvl1pPr>
            <a:lvl2pPr algn="l">
              <a:defRPr sz="1050" b="1">
                <a:solidFill>
                  <a:srgbClr val="6E8287"/>
                </a:solidFill>
                <a:latin typeface="Arial"/>
                <a:ea typeface="Arial"/>
                <a:cs typeface="Arial"/>
              </a:defRPr>
            </a:lvl2pPr>
            <a:lvl3pPr algn="l">
              <a:defRPr sz="1050" b="1">
                <a:solidFill>
                  <a:srgbClr val="6E8287"/>
                </a:solidFill>
                <a:latin typeface="Arial"/>
                <a:ea typeface="Arial"/>
                <a:cs typeface="Arial"/>
              </a:defRPr>
            </a:lvl3pPr>
            <a:lvl4pPr algn="l">
              <a:defRPr sz="1050" b="1">
                <a:solidFill>
                  <a:srgbClr val="6E8287"/>
                </a:solidFill>
                <a:latin typeface="Arial"/>
                <a:ea typeface="Arial"/>
                <a:cs typeface="Arial"/>
              </a:defRPr>
            </a:lvl4pPr>
            <a:lvl5pPr algn="l">
              <a:defRPr sz="1050" b="1">
                <a:solidFill>
                  <a:srgbClr val="6E8287"/>
                </a:solidFill>
                <a:latin typeface="Arial"/>
                <a:ea typeface="Arial"/>
                <a:cs typeface="Arial"/>
              </a:defRPr>
            </a:lvl5pPr>
            <a:lvl6pPr algn="l">
              <a:defRPr sz="1050" b="1">
                <a:solidFill>
                  <a:srgbClr val="6E8287"/>
                </a:solidFill>
                <a:latin typeface="Arial"/>
                <a:ea typeface="Arial"/>
                <a:cs typeface="Arial"/>
              </a:defRPr>
            </a:lvl6pPr>
            <a:lvl7pPr algn="l">
              <a:defRPr sz="1050" b="1">
                <a:solidFill>
                  <a:srgbClr val="6E8287"/>
                </a:solidFill>
                <a:latin typeface="Arial"/>
                <a:ea typeface="Arial"/>
                <a:cs typeface="Arial"/>
              </a:defRPr>
            </a:lvl7pPr>
            <a:lvl8pPr algn="l">
              <a:defRPr sz="1050" b="1">
                <a:solidFill>
                  <a:srgbClr val="6E8287"/>
                </a:solidFill>
                <a:latin typeface="Arial"/>
                <a:ea typeface="Arial"/>
                <a:cs typeface="Arial"/>
              </a:defRPr>
            </a:lvl8pPr>
            <a:lvl9pPr algn="l">
              <a:defRPr sz="1050" b="1">
                <a:solidFill>
                  <a:srgbClr val="6E8287"/>
                </a:solidFill>
                <a:latin typeface="Arial"/>
                <a:ea typeface="Arial"/>
                <a:cs typeface="Arial"/>
              </a:defRPr>
            </a:lvl9pPr>
          </a:lstStyle>
          <a:p xmlns:a="http://schemas.openxmlformats.org/drawingml/2006/main">
            <a:pPr algn="l">
              <a:lnSpc>
                <a:spcPct val="105000"/>
              </a:lnSpc>
              <a:buNone/>
              <a:defRPr sz="1050" b="1">
                <a:solidFill>
                  <a:srgbClr val="6E8287"/>
                </a:solidFill>
                <a:latin typeface="Arial"/>
                <a:ea typeface="Arial"/>
                <a:cs typeface="Arial"/>
              </a:defRPr>
            </a:pPr>
            <a:r>
              <a:rPr sz="1050" b="1">
                <a:solidFill>
                  <a:srgbClr val="6E8287"/>
                </a:solidFill>
                <a:latin typeface="Arial"/>
                <a:ea typeface="Arial"/>
                <a:cs typeface="Arial"/>
              </a:rPr>
              <a:t>FUNDING USE</a:t>
            </a:r>
          </a:p>
        </p:txBody>
      </p:sp>
      <p:sp>
        <p:nvSpPr>
          <p:cNvPr id="14" name="stage-use-1">
            <a:extLst xmlns:a="http://schemas.openxmlformats.org/drawingml/2006/main">
              <a:ext uri="{FF2B5EF4-FFF2-40B4-BE49-F238E27FC236}">
                <a16:creationId xmlns:a16="http://schemas.microsoft.com/office/drawing/2014/main" id="{5B46005A-5282-4E8F-8C1B-50A60A98A432}"/>
              </a:ext>
            </a:extLst>
          </p:cNvPr>
          <p:cNvSpPr>
            <a:spLocks xmlns:a="http://schemas.openxmlformats.org/drawingml/2006/main" noGrp="1"/>
          </p:cNvSpPr>
          <p:nvPr/>
        </p:nvSpPr>
        <p:spPr>
          <a:xfrm xmlns:a="http://schemas.openxmlformats.org/drawingml/2006/main">
            <a:off x="4438650" y="4857750"/>
            <a:ext cx="32099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45606A"/>
                </a:solidFill>
                <a:latin typeface="Arial"/>
                <a:ea typeface="Arial"/>
                <a:cs typeface="Arial"/>
              </a:defRPr>
            </a:defPPr>
            <a:lvl1pPr algn="l">
              <a:defRPr sz="1350" b="1">
                <a:solidFill>
                  <a:srgbClr val="45606A"/>
                </a:solidFill>
                <a:latin typeface="Arial"/>
                <a:ea typeface="Arial"/>
                <a:cs typeface="Arial"/>
              </a:defRPr>
            </a:lvl1pPr>
            <a:lvl2pPr algn="l">
              <a:defRPr sz="1350" b="1">
                <a:solidFill>
                  <a:srgbClr val="45606A"/>
                </a:solidFill>
                <a:latin typeface="Arial"/>
                <a:ea typeface="Arial"/>
                <a:cs typeface="Arial"/>
              </a:defRPr>
            </a:lvl2pPr>
            <a:lvl3pPr algn="l">
              <a:defRPr sz="1350" b="1">
                <a:solidFill>
                  <a:srgbClr val="45606A"/>
                </a:solidFill>
                <a:latin typeface="Arial"/>
                <a:ea typeface="Arial"/>
                <a:cs typeface="Arial"/>
              </a:defRPr>
            </a:lvl3pPr>
            <a:lvl4pPr algn="l">
              <a:defRPr sz="1350" b="1">
                <a:solidFill>
                  <a:srgbClr val="45606A"/>
                </a:solidFill>
                <a:latin typeface="Arial"/>
                <a:ea typeface="Arial"/>
                <a:cs typeface="Arial"/>
              </a:defRPr>
            </a:lvl4pPr>
            <a:lvl5pPr algn="l">
              <a:defRPr sz="1350" b="1">
                <a:solidFill>
                  <a:srgbClr val="45606A"/>
                </a:solidFill>
                <a:latin typeface="Arial"/>
                <a:ea typeface="Arial"/>
                <a:cs typeface="Arial"/>
              </a:defRPr>
            </a:lvl5pPr>
            <a:lvl6pPr algn="l">
              <a:defRPr sz="1350" b="1">
                <a:solidFill>
                  <a:srgbClr val="45606A"/>
                </a:solidFill>
                <a:latin typeface="Arial"/>
                <a:ea typeface="Arial"/>
                <a:cs typeface="Arial"/>
              </a:defRPr>
            </a:lvl6pPr>
            <a:lvl7pPr algn="l">
              <a:defRPr sz="1350" b="1">
                <a:solidFill>
                  <a:srgbClr val="45606A"/>
                </a:solidFill>
                <a:latin typeface="Arial"/>
                <a:ea typeface="Arial"/>
                <a:cs typeface="Arial"/>
              </a:defRPr>
            </a:lvl7pPr>
            <a:lvl8pPr algn="l">
              <a:defRPr sz="1350" b="1">
                <a:solidFill>
                  <a:srgbClr val="45606A"/>
                </a:solidFill>
                <a:latin typeface="Arial"/>
                <a:ea typeface="Arial"/>
                <a:cs typeface="Arial"/>
              </a:defRPr>
            </a:lvl8pPr>
            <a:lvl9pPr algn="l">
              <a:defRPr sz="1350" b="1">
                <a:solidFill>
                  <a:srgbClr val="45606A"/>
                </a:solidFill>
                <a:latin typeface="Arial"/>
                <a:ea typeface="Arial"/>
                <a:cs typeface="Arial"/>
              </a:defRPr>
            </a:lvl9pPr>
          </a:lstStyle>
          <a:p xmlns:a="http://schemas.openxmlformats.org/drawingml/2006/main">
            <a:pPr algn="l">
              <a:lnSpc>
                <a:spcPct val="110000"/>
              </a:lnSpc>
              <a:buNone/>
              <a:defRPr sz="1350" b="1">
                <a:solidFill>
                  <a:srgbClr val="45606A"/>
                </a:solidFill>
                <a:latin typeface="Arial"/>
                <a:ea typeface="Arial"/>
                <a:cs typeface="Arial"/>
              </a:defRPr>
            </a:pPr>
            <a:r>
              <a:rPr sz="1350" b="1">
                <a:solidFill>
                  <a:srgbClr val="45606A"/>
                </a:solidFill>
                <a:latin typeface="Arial"/>
                <a:ea typeface="Arial"/>
                <a:cs typeface="Arial"/>
              </a:rPr>
              <a:t>Retrieval, expert review,</a:t>
            </a:r>
          </a:p>
          <a:p xmlns:a="http://schemas.openxmlformats.org/drawingml/2006/main">
            <a:pPr algn="l">
              <a:lnSpc>
                <a:spcPct val="110000"/>
              </a:lnSpc>
              <a:buNone/>
              <a:defRPr sz="1350" b="1">
                <a:solidFill>
                  <a:srgbClr val="45606A"/>
                </a:solidFill>
                <a:latin typeface="Arial"/>
                <a:ea typeface="Arial"/>
                <a:cs typeface="Arial"/>
              </a:defRPr>
            </a:pPr>
            <a:r>
              <a:rPr sz="1350" b="1">
                <a:solidFill>
                  <a:srgbClr val="45606A"/>
                </a:solidFill>
                <a:latin typeface="Arial"/>
                <a:ea typeface="Arial"/>
                <a:cs typeface="Arial"/>
              </a:rPr>
              <a:t>privacy engineering</a:t>
            </a:r>
          </a:p>
        </p:txBody>
      </p:sp>
      <p:sp>
        <p:nvSpPr>
          <p:cNvPr id="15" name="stage-title-2">
            <a:extLst xmlns:a="http://schemas.openxmlformats.org/drawingml/2006/main">
              <a:ext uri="{FF2B5EF4-FFF2-40B4-BE49-F238E27FC236}">
                <a16:creationId xmlns:a16="http://schemas.microsoft.com/office/drawing/2014/main" id="{29ED972A-EACC-4C27-A14A-E5E395E21F96}"/>
              </a:ext>
            </a:extLst>
          </p:cNvPr>
          <p:cNvSpPr>
            <a:spLocks xmlns:a="http://schemas.openxmlformats.org/drawingml/2006/main" noGrp="1"/>
          </p:cNvSpPr>
          <p:nvPr/>
        </p:nvSpPr>
        <p:spPr>
          <a:xfrm xmlns:a="http://schemas.openxmlformats.org/drawingml/2006/main">
            <a:off x="8153400" y="1933575"/>
            <a:ext cx="3219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087F82"/>
                </a:solidFill>
                <a:latin typeface="Arial"/>
                <a:ea typeface="Arial"/>
                <a:cs typeface="Arial"/>
              </a:defRPr>
            </a:defPPr>
            <a:lvl1pPr algn="l">
              <a:defRPr sz="1950" b="1">
                <a:solidFill>
                  <a:srgbClr val="087F82"/>
                </a:solidFill>
                <a:latin typeface="Arial"/>
                <a:ea typeface="Arial"/>
                <a:cs typeface="Arial"/>
              </a:defRPr>
            </a:lvl1pPr>
            <a:lvl2pPr algn="l">
              <a:defRPr sz="1950" b="1">
                <a:solidFill>
                  <a:srgbClr val="087F82"/>
                </a:solidFill>
                <a:latin typeface="Arial"/>
                <a:ea typeface="Arial"/>
                <a:cs typeface="Arial"/>
              </a:defRPr>
            </a:lvl2pPr>
            <a:lvl3pPr algn="l">
              <a:defRPr sz="1950" b="1">
                <a:solidFill>
                  <a:srgbClr val="087F82"/>
                </a:solidFill>
                <a:latin typeface="Arial"/>
                <a:ea typeface="Arial"/>
                <a:cs typeface="Arial"/>
              </a:defRPr>
            </a:lvl3pPr>
            <a:lvl4pPr algn="l">
              <a:defRPr sz="1950" b="1">
                <a:solidFill>
                  <a:srgbClr val="087F82"/>
                </a:solidFill>
                <a:latin typeface="Arial"/>
                <a:ea typeface="Arial"/>
                <a:cs typeface="Arial"/>
              </a:defRPr>
            </a:lvl4pPr>
            <a:lvl5pPr algn="l">
              <a:defRPr sz="1950" b="1">
                <a:solidFill>
                  <a:srgbClr val="087F82"/>
                </a:solidFill>
                <a:latin typeface="Arial"/>
                <a:ea typeface="Arial"/>
                <a:cs typeface="Arial"/>
              </a:defRPr>
            </a:lvl5pPr>
            <a:lvl6pPr algn="l">
              <a:defRPr sz="1950" b="1">
                <a:solidFill>
                  <a:srgbClr val="087F82"/>
                </a:solidFill>
                <a:latin typeface="Arial"/>
                <a:ea typeface="Arial"/>
                <a:cs typeface="Arial"/>
              </a:defRPr>
            </a:lvl6pPr>
            <a:lvl7pPr algn="l">
              <a:defRPr sz="1950" b="1">
                <a:solidFill>
                  <a:srgbClr val="087F82"/>
                </a:solidFill>
                <a:latin typeface="Arial"/>
                <a:ea typeface="Arial"/>
                <a:cs typeface="Arial"/>
              </a:defRPr>
            </a:lvl7pPr>
            <a:lvl8pPr algn="l">
              <a:defRPr sz="1950" b="1">
                <a:solidFill>
                  <a:srgbClr val="087F82"/>
                </a:solidFill>
                <a:latin typeface="Arial"/>
                <a:ea typeface="Arial"/>
                <a:cs typeface="Arial"/>
              </a:defRPr>
            </a:lvl8pPr>
            <a:lvl9pPr algn="l">
              <a:defRPr sz="1950" b="1">
                <a:solidFill>
                  <a:srgbClr val="087F82"/>
                </a:solidFill>
                <a:latin typeface="Arial"/>
                <a:ea typeface="Arial"/>
                <a:cs typeface="Arial"/>
              </a:defRPr>
            </a:lvl9pPr>
          </a:lstStyle>
          <a:p xmlns:a="http://schemas.openxmlformats.org/drawingml/2006/main">
            <a:pPr algn="l">
              <a:lnSpc>
                <a:spcPct val="105000"/>
              </a:lnSpc>
              <a:buNone/>
              <a:defRPr sz="1950" b="1">
                <a:solidFill>
                  <a:srgbClr val="087F82"/>
                </a:solidFill>
                <a:latin typeface="Arial"/>
                <a:ea typeface="Arial"/>
                <a:cs typeface="Arial"/>
              </a:defRPr>
            </a:pPr>
            <a:r>
              <a:rPr sz="1950" b="1">
                <a:solidFill>
                  <a:srgbClr val="087F82"/>
                </a:solidFill>
                <a:latin typeface="Arial"/>
                <a:ea typeface="Arial"/>
                <a:cs typeface="Arial"/>
              </a:rPr>
              <a:t>6–12 months</a:t>
            </a:r>
          </a:p>
        </p:txBody>
      </p:sp>
      <p:sp>
        <p:nvSpPr>
          <p:cNvPr id="16" name="divider">
            <a:extLst xmlns:a="http://schemas.openxmlformats.org/drawingml/2006/main">
              <a:ext uri="{FF2B5EF4-FFF2-40B4-BE49-F238E27FC236}">
                <a16:creationId xmlns:a16="http://schemas.microsoft.com/office/drawing/2014/main" id="{75D83CD5-2904-481D-954C-4A300B88DFCE}"/>
              </a:ext>
            </a:extLst>
          </p:cNvPr>
          <p:cNvSpPr>
            <a:spLocks xmlns:a="http://schemas.openxmlformats.org/drawingml/2006/main" noGrp="1"/>
          </p:cNvSpPr>
          <p:nvPr/>
        </p:nvSpPr>
        <p:spPr>
          <a:xfrm xmlns:a="http://schemas.openxmlformats.org/drawingml/2006/main">
            <a:off x="8153400" y="2438400"/>
            <a:ext cx="3209925" cy="38100"/>
          </a:xfrm>
          <a:prstGeom xmlns:a="http://schemas.openxmlformats.org/drawingml/2006/main" prst="rect">
            <a:avLst/>
          </a:prstGeom>
          <a:solidFill xmlns:a="http://schemas.openxmlformats.org/drawingml/2006/main">
            <a:srgbClr val="EE806C"/>
          </a:solidFill>
          <a:ln xmlns:a="http://schemas.openxmlformats.org/drawingml/2006/main" w="0">
            <a:noFill/>
            <a:prstDash val="solid"/>
          </a:ln>
        </p:spPr>
      </p:sp>
      <p:sp>
        <p:nvSpPr>
          <p:cNvPr id="17" name="stage-label-2">
            <a:extLst xmlns:a="http://schemas.openxmlformats.org/drawingml/2006/main">
              <a:ext uri="{FF2B5EF4-FFF2-40B4-BE49-F238E27FC236}">
                <a16:creationId xmlns:a16="http://schemas.microsoft.com/office/drawing/2014/main" id="{434CF5F9-2D38-41EE-85D9-0E4E4611D147}"/>
              </a:ext>
            </a:extLst>
          </p:cNvPr>
          <p:cNvSpPr>
            <a:spLocks xmlns:a="http://schemas.openxmlformats.org/drawingml/2006/main" noGrp="1"/>
          </p:cNvSpPr>
          <p:nvPr/>
        </p:nvSpPr>
        <p:spPr>
          <a:xfrm xmlns:a="http://schemas.openxmlformats.org/drawingml/2006/main">
            <a:off x="8153400" y="2667000"/>
            <a:ext cx="32099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E8287"/>
                </a:solidFill>
                <a:latin typeface="Arial"/>
                <a:ea typeface="Arial"/>
                <a:cs typeface="Arial"/>
              </a:defRPr>
            </a:defPPr>
            <a:lvl1pPr algn="l">
              <a:defRPr sz="1050" b="1">
                <a:solidFill>
                  <a:srgbClr val="6E8287"/>
                </a:solidFill>
                <a:latin typeface="Arial"/>
                <a:ea typeface="Arial"/>
                <a:cs typeface="Arial"/>
              </a:defRPr>
            </a:lvl1pPr>
            <a:lvl2pPr algn="l">
              <a:defRPr sz="1050" b="1">
                <a:solidFill>
                  <a:srgbClr val="6E8287"/>
                </a:solidFill>
                <a:latin typeface="Arial"/>
                <a:ea typeface="Arial"/>
                <a:cs typeface="Arial"/>
              </a:defRPr>
            </a:lvl2pPr>
            <a:lvl3pPr algn="l">
              <a:defRPr sz="1050" b="1">
                <a:solidFill>
                  <a:srgbClr val="6E8287"/>
                </a:solidFill>
                <a:latin typeface="Arial"/>
                <a:ea typeface="Arial"/>
                <a:cs typeface="Arial"/>
              </a:defRPr>
            </a:lvl3pPr>
            <a:lvl4pPr algn="l">
              <a:defRPr sz="1050" b="1">
                <a:solidFill>
                  <a:srgbClr val="6E8287"/>
                </a:solidFill>
                <a:latin typeface="Arial"/>
                <a:ea typeface="Arial"/>
                <a:cs typeface="Arial"/>
              </a:defRPr>
            </a:lvl4pPr>
            <a:lvl5pPr algn="l">
              <a:defRPr sz="1050" b="1">
                <a:solidFill>
                  <a:srgbClr val="6E8287"/>
                </a:solidFill>
                <a:latin typeface="Arial"/>
                <a:ea typeface="Arial"/>
                <a:cs typeface="Arial"/>
              </a:defRPr>
            </a:lvl5pPr>
            <a:lvl6pPr algn="l">
              <a:defRPr sz="1050" b="1">
                <a:solidFill>
                  <a:srgbClr val="6E8287"/>
                </a:solidFill>
                <a:latin typeface="Arial"/>
                <a:ea typeface="Arial"/>
                <a:cs typeface="Arial"/>
              </a:defRPr>
            </a:lvl6pPr>
            <a:lvl7pPr algn="l">
              <a:defRPr sz="1050" b="1">
                <a:solidFill>
                  <a:srgbClr val="6E8287"/>
                </a:solidFill>
                <a:latin typeface="Arial"/>
                <a:ea typeface="Arial"/>
                <a:cs typeface="Arial"/>
              </a:defRPr>
            </a:lvl7pPr>
            <a:lvl8pPr algn="l">
              <a:defRPr sz="1050" b="1">
                <a:solidFill>
                  <a:srgbClr val="6E8287"/>
                </a:solidFill>
                <a:latin typeface="Arial"/>
                <a:ea typeface="Arial"/>
                <a:cs typeface="Arial"/>
              </a:defRPr>
            </a:lvl8pPr>
            <a:lvl9pPr algn="l">
              <a:defRPr sz="1050" b="1">
                <a:solidFill>
                  <a:srgbClr val="6E8287"/>
                </a:solidFill>
                <a:latin typeface="Arial"/>
                <a:ea typeface="Arial"/>
                <a:cs typeface="Arial"/>
              </a:defRPr>
            </a:lvl9pPr>
          </a:lstStyle>
          <a:p xmlns:a="http://schemas.openxmlformats.org/drawingml/2006/main">
            <a:pPr algn="l">
              <a:lnSpc>
                <a:spcPct val="105000"/>
              </a:lnSpc>
              <a:buNone/>
              <a:defRPr sz="1050" b="1">
                <a:solidFill>
                  <a:srgbClr val="6E8287"/>
                </a:solidFill>
                <a:latin typeface="Arial"/>
                <a:ea typeface="Arial"/>
                <a:cs typeface="Arial"/>
              </a:defRPr>
            </a:pPr>
            <a:r>
              <a:rPr sz="1050" b="1">
                <a:solidFill>
                  <a:srgbClr val="6E8287"/>
                </a:solidFill>
                <a:latin typeface="Arial"/>
                <a:ea typeface="Arial"/>
                <a:cs typeface="Arial"/>
              </a:rPr>
              <a:t>EVIDENCE GATE</a:t>
            </a:r>
          </a:p>
        </p:txBody>
      </p:sp>
      <p:sp>
        <p:nvSpPr>
          <p:cNvPr id="18" name="stage-evidence-2">
            <a:extLst xmlns:a="http://schemas.openxmlformats.org/drawingml/2006/main">
              <a:ext uri="{FF2B5EF4-FFF2-40B4-BE49-F238E27FC236}">
                <a16:creationId xmlns:a16="http://schemas.microsoft.com/office/drawing/2014/main" id="{6B795A4E-CE52-4085-B575-FF9429C96EFC}"/>
              </a:ext>
            </a:extLst>
          </p:cNvPr>
          <p:cNvSpPr>
            <a:spLocks xmlns:a="http://schemas.openxmlformats.org/drawingml/2006/main" noGrp="1"/>
          </p:cNvSpPr>
          <p:nvPr/>
        </p:nvSpPr>
        <p:spPr>
          <a:xfrm xmlns:a="http://schemas.openxmlformats.org/drawingml/2006/main">
            <a:off x="8153400" y="2990850"/>
            <a:ext cx="320992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02A35"/>
                </a:solidFill>
                <a:latin typeface="Arial"/>
                <a:ea typeface="Arial"/>
                <a:cs typeface="Arial"/>
              </a:defRPr>
            </a:defPPr>
            <a:lvl1pPr algn="l">
              <a:defRPr sz="1350" b="0">
                <a:solidFill>
                  <a:srgbClr val="102A35"/>
                </a:solidFill>
                <a:latin typeface="Arial"/>
                <a:ea typeface="Arial"/>
                <a:cs typeface="Arial"/>
              </a:defRPr>
            </a:lvl1pPr>
            <a:lvl2pPr algn="l">
              <a:defRPr sz="1350" b="0">
                <a:solidFill>
                  <a:srgbClr val="102A35"/>
                </a:solidFill>
                <a:latin typeface="Arial"/>
                <a:ea typeface="Arial"/>
                <a:cs typeface="Arial"/>
              </a:defRPr>
            </a:lvl2pPr>
            <a:lvl3pPr algn="l">
              <a:defRPr sz="1350" b="0">
                <a:solidFill>
                  <a:srgbClr val="102A35"/>
                </a:solidFill>
                <a:latin typeface="Arial"/>
                <a:ea typeface="Arial"/>
                <a:cs typeface="Arial"/>
              </a:defRPr>
            </a:lvl3pPr>
            <a:lvl4pPr algn="l">
              <a:defRPr sz="1350" b="0">
                <a:solidFill>
                  <a:srgbClr val="102A35"/>
                </a:solidFill>
                <a:latin typeface="Arial"/>
                <a:ea typeface="Arial"/>
                <a:cs typeface="Arial"/>
              </a:defRPr>
            </a:lvl4pPr>
            <a:lvl5pPr algn="l">
              <a:defRPr sz="1350" b="0">
                <a:solidFill>
                  <a:srgbClr val="102A35"/>
                </a:solidFill>
                <a:latin typeface="Arial"/>
                <a:ea typeface="Arial"/>
                <a:cs typeface="Arial"/>
              </a:defRPr>
            </a:lvl5pPr>
            <a:lvl6pPr algn="l">
              <a:defRPr sz="1350" b="0">
                <a:solidFill>
                  <a:srgbClr val="102A35"/>
                </a:solidFill>
                <a:latin typeface="Arial"/>
                <a:ea typeface="Arial"/>
                <a:cs typeface="Arial"/>
              </a:defRPr>
            </a:lvl6pPr>
            <a:lvl7pPr algn="l">
              <a:defRPr sz="1350" b="0">
                <a:solidFill>
                  <a:srgbClr val="102A35"/>
                </a:solidFill>
                <a:latin typeface="Arial"/>
                <a:ea typeface="Arial"/>
                <a:cs typeface="Arial"/>
              </a:defRPr>
            </a:lvl7pPr>
            <a:lvl8pPr algn="l">
              <a:defRPr sz="1350" b="0">
                <a:solidFill>
                  <a:srgbClr val="102A35"/>
                </a:solidFill>
                <a:latin typeface="Arial"/>
                <a:ea typeface="Arial"/>
                <a:cs typeface="Arial"/>
              </a:defRPr>
            </a:lvl8pPr>
            <a:lvl9pPr algn="l">
              <a:defRPr sz="1350" b="0">
                <a:solidFill>
                  <a:srgbClr val="102A35"/>
                </a:solidFill>
                <a:latin typeface="Arial"/>
                <a:ea typeface="Arial"/>
                <a:cs typeface="Arial"/>
              </a:defRPr>
            </a:lvl9pPr>
          </a:lstStyle>
          <a:p xmlns:a="http://schemas.openxmlformats.org/drawingml/2006/main">
            <a:pPr algn="l">
              <a:lnSpc>
                <a:spcPct val="114000"/>
              </a:lnSpc>
              <a:buNone/>
              <a:defRPr sz="1350" b="0">
                <a:solidFill>
                  <a:srgbClr val="102A35"/>
                </a:solidFill>
                <a:latin typeface="Arial"/>
                <a:ea typeface="Arial"/>
                <a:cs typeface="Arial"/>
              </a:defRPr>
            </a:pPr>
            <a:r>
              <a:rPr sz="1350" b="0">
                <a:solidFill>
                  <a:srgbClr val="102A35"/>
                </a:solidFill>
                <a:latin typeface="Arial"/>
                <a:ea typeface="Arial"/>
                <a:cs typeface="Arial"/>
              </a:rPr>
              <a:t>Consented paid pilots</a:t>
            </a:r>
          </a:p>
          <a:p xmlns:a="http://schemas.openxmlformats.org/drawingml/2006/main">
            <a:pPr algn="l">
              <a:lnSpc>
                <a:spcPct val="114000"/>
              </a:lnSpc>
              <a:buNone/>
              <a:defRPr sz="1350" b="0">
                <a:solidFill>
                  <a:srgbClr val="102A35"/>
                </a:solidFill>
                <a:latin typeface="Arial"/>
                <a:ea typeface="Arial"/>
                <a:cs typeface="Arial"/>
              </a:defRPr>
            </a:pPr>
            <a:r>
              <a:rPr sz="1350" b="0">
                <a:solidFill>
                  <a:srgbClr val="102A35"/>
                </a:solidFill>
                <a:latin typeface="Arial"/>
                <a:ea typeface="Arial"/>
                <a:cs typeface="Arial"/>
              </a:rPr>
              <a:t>Repeat use + time saved</a:t>
            </a:r>
          </a:p>
          <a:p xmlns:a="http://schemas.openxmlformats.org/drawingml/2006/main">
            <a:pPr algn="l">
              <a:lnSpc>
                <a:spcPct val="114000"/>
              </a:lnSpc>
              <a:buNone/>
              <a:defRPr sz="1350" b="0">
                <a:solidFill>
                  <a:srgbClr val="102A35"/>
                </a:solidFill>
                <a:latin typeface="Arial"/>
                <a:ea typeface="Arial"/>
                <a:cs typeface="Arial"/>
              </a:defRPr>
            </a:pPr>
            <a:r>
              <a:rPr sz="1350" b="0">
                <a:solidFill>
                  <a:srgbClr val="102A35"/>
                </a:solidFill>
                <a:latin typeface="Arial"/>
                <a:ea typeface="Arial"/>
                <a:cs typeface="Arial"/>
              </a:rPr>
              <a:t>Unit economics</a:t>
            </a:r>
          </a:p>
          <a:p xmlns:a="http://schemas.openxmlformats.org/drawingml/2006/main">
            <a:pPr algn="l">
              <a:lnSpc>
                <a:spcPct val="114000"/>
              </a:lnSpc>
              <a:buNone/>
              <a:defRPr sz="1350" b="0">
                <a:solidFill>
                  <a:srgbClr val="102A35"/>
                </a:solidFill>
                <a:latin typeface="Arial"/>
                <a:ea typeface="Arial"/>
                <a:cs typeface="Arial"/>
              </a:defRPr>
            </a:pPr>
            <a:r>
              <a:rPr sz="1350" b="0">
                <a:solidFill>
                  <a:srgbClr val="102A35"/>
                </a:solidFill>
                <a:latin typeface="Arial"/>
                <a:ea typeface="Arial"/>
                <a:cs typeface="Arial"/>
              </a:rPr>
              <a:t>Independent evaluation</a:t>
            </a:r>
          </a:p>
        </p:txBody>
      </p:sp>
      <p:sp>
        <p:nvSpPr>
          <p:cNvPr id="19" name="stage-use-label-2">
            <a:extLst xmlns:a="http://schemas.openxmlformats.org/drawingml/2006/main">
              <a:ext uri="{FF2B5EF4-FFF2-40B4-BE49-F238E27FC236}">
                <a16:creationId xmlns:a16="http://schemas.microsoft.com/office/drawing/2014/main" id="{715B6E6B-F490-4EFA-BAFF-1CA221A5510C}"/>
              </a:ext>
            </a:extLst>
          </p:cNvPr>
          <p:cNvSpPr>
            <a:spLocks xmlns:a="http://schemas.openxmlformats.org/drawingml/2006/main" noGrp="1"/>
          </p:cNvSpPr>
          <p:nvPr/>
        </p:nvSpPr>
        <p:spPr>
          <a:xfrm xmlns:a="http://schemas.openxmlformats.org/drawingml/2006/main">
            <a:off x="8153400" y="4524375"/>
            <a:ext cx="32099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6E8287"/>
                </a:solidFill>
                <a:latin typeface="Arial"/>
                <a:ea typeface="Arial"/>
                <a:cs typeface="Arial"/>
              </a:defRPr>
            </a:defPPr>
            <a:lvl1pPr algn="l">
              <a:defRPr sz="1050" b="1">
                <a:solidFill>
                  <a:srgbClr val="6E8287"/>
                </a:solidFill>
                <a:latin typeface="Arial"/>
                <a:ea typeface="Arial"/>
                <a:cs typeface="Arial"/>
              </a:defRPr>
            </a:lvl1pPr>
            <a:lvl2pPr algn="l">
              <a:defRPr sz="1050" b="1">
                <a:solidFill>
                  <a:srgbClr val="6E8287"/>
                </a:solidFill>
                <a:latin typeface="Arial"/>
                <a:ea typeface="Arial"/>
                <a:cs typeface="Arial"/>
              </a:defRPr>
            </a:lvl2pPr>
            <a:lvl3pPr algn="l">
              <a:defRPr sz="1050" b="1">
                <a:solidFill>
                  <a:srgbClr val="6E8287"/>
                </a:solidFill>
                <a:latin typeface="Arial"/>
                <a:ea typeface="Arial"/>
                <a:cs typeface="Arial"/>
              </a:defRPr>
            </a:lvl3pPr>
            <a:lvl4pPr algn="l">
              <a:defRPr sz="1050" b="1">
                <a:solidFill>
                  <a:srgbClr val="6E8287"/>
                </a:solidFill>
                <a:latin typeface="Arial"/>
                <a:ea typeface="Arial"/>
                <a:cs typeface="Arial"/>
              </a:defRPr>
            </a:lvl4pPr>
            <a:lvl5pPr algn="l">
              <a:defRPr sz="1050" b="1">
                <a:solidFill>
                  <a:srgbClr val="6E8287"/>
                </a:solidFill>
                <a:latin typeface="Arial"/>
                <a:ea typeface="Arial"/>
                <a:cs typeface="Arial"/>
              </a:defRPr>
            </a:lvl5pPr>
            <a:lvl6pPr algn="l">
              <a:defRPr sz="1050" b="1">
                <a:solidFill>
                  <a:srgbClr val="6E8287"/>
                </a:solidFill>
                <a:latin typeface="Arial"/>
                <a:ea typeface="Arial"/>
                <a:cs typeface="Arial"/>
              </a:defRPr>
            </a:lvl6pPr>
            <a:lvl7pPr algn="l">
              <a:defRPr sz="1050" b="1">
                <a:solidFill>
                  <a:srgbClr val="6E8287"/>
                </a:solidFill>
                <a:latin typeface="Arial"/>
                <a:ea typeface="Arial"/>
                <a:cs typeface="Arial"/>
              </a:defRPr>
            </a:lvl7pPr>
            <a:lvl8pPr algn="l">
              <a:defRPr sz="1050" b="1">
                <a:solidFill>
                  <a:srgbClr val="6E8287"/>
                </a:solidFill>
                <a:latin typeface="Arial"/>
                <a:ea typeface="Arial"/>
                <a:cs typeface="Arial"/>
              </a:defRPr>
            </a:lvl8pPr>
            <a:lvl9pPr algn="l">
              <a:defRPr sz="1050" b="1">
                <a:solidFill>
                  <a:srgbClr val="6E8287"/>
                </a:solidFill>
                <a:latin typeface="Arial"/>
                <a:ea typeface="Arial"/>
                <a:cs typeface="Arial"/>
              </a:defRPr>
            </a:lvl9pPr>
          </a:lstStyle>
          <a:p xmlns:a="http://schemas.openxmlformats.org/drawingml/2006/main">
            <a:pPr algn="l">
              <a:lnSpc>
                <a:spcPct val="105000"/>
              </a:lnSpc>
              <a:buNone/>
              <a:defRPr sz="1050" b="1">
                <a:solidFill>
                  <a:srgbClr val="6E8287"/>
                </a:solidFill>
                <a:latin typeface="Arial"/>
                <a:ea typeface="Arial"/>
                <a:cs typeface="Arial"/>
              </a:defRPr>
            </a:pPr>
            <a:r>
              <a:rPr sz="1050" b="1">
                <a:solidFill>
                  <a:srgbClr val="6E8287"/>
                </a:solidFill>
                <a:latin typeface="Arial"/>
                <a:ea typeface="Arial"/>
                <a:cs typeface="Arial"/>
              </a:rPr>
              <a:t>FUNDING USE</a:t>
            </a:r>
          </a:p>
        </p:txBody>
      </p:sp>
      <p:sp>
        <p:nvSpPr>
          <p:cNvPr id="20" name="stage-use-2">
            <a:extLst xmlns:a="http://schemas.openxmlformats.org/drawingml/2006/main">
              <a:ext uri="{FF2B5EF4-FFF2-40B4-BE49-F238E27FC236}">
                <a16:creationId xmlns:a16="http://schemas.microsoft.com/office/drawing/2014/main" id="{1C801BF0-753F-484B-AD44-CED7E7A51885}"/>
              </a:ext>
            </a:extLst>
          </p:cNvPr>
          <p:cNvSpPr>
            <a:spLocks xmlns:a="http://schemas.openxmlformats.org/drawingml/2006/main" noGrp="1"/>
          </p:cNvSpPr>
          <p:nvPr/>
        </p:nvSpPr>
        <p:spPr>
          <a:xfrm xmlns:a="http://schemas.openxmlformats.org/drawingml/2006/main">
            <a:off x="8153400" y="4857750"/>
            <a:ext cx="32099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45606A"/>
                </a:solidFill>
                <a:latin typeface="Arial"/>
                <a:ea typeface="Arial"/>
                <a:cs typeface="Arial"/>
              </a:defRPr>
            </a:defPPr>
            <a:lvl1pPr algn="l">
              <a:defRPr sz="1350" b="1">
                <a:solidFill>
                  <a:srgbClr val="45606A"/>
                </a:solidFill>
                <a:latin typeface="Arial"/>
                <a:ea typeface="Arial"/>
                <a:cs typeface="Arial"/>
              </a:defRPr>
            </a:lvl1pPr>
            <a:lvl2pPr algn="l">
              <a:defRPr sz="1350" b="1">
                <a:solidFill>
                  <a:srgbClr val="45606A"/>
                </a:solidFill>
                <a:latin typeface="Arial"/>
                <a:ea typeface="Arial"/>
                <a:cs typeface="Arial"/>
              </a:defRPr>
            </a:lvl2pPr>
            <a:lvl3pPr algn="l">
              <a:defRPr sz="1350" b="1">
                <a:solidFill>
                  <a:srgbClr val="45606A"/>
                </a:solidFill>
                <a:latin typeface="Arial"/>
                <a:ea typeface="Arial"/>
                <a:cs typeface="Arial"/>
              </a:defRPr>
            </a:lvl3pPr>
            <a:lvl4pPr algn="l">
              <a:defRPr sz="1350" b="1">
                <a:solidFill>
                  <a:srgbClr val="45606A"/>
                </a:solidFill>
                <a:latin typeface="Arial"/>
                <a:ea typeface="Arial"/>
                <a:cs typeface="Arial"/>
              </a:defRPr>
            </a:lvl4pPr>
            <a:lvl5pPr algn="l">
              <a:defRPr sz="1350" b="1">
                <a:solidFill>
                  <a:srgbClr val="45606A"/>
                </a:solidFill>
                <a:latin typeface="Arial"/>
                <a:ea typeface="Arial"/>
                <a:cs typeface="Arial"/>
              </a:defRPr>
            </a:lvl5pPr>
            <a:lvl6pPr algn="l">
              <a:defRPr sz="1350" b="1">
                <a:solidFill>
                  <a:srgbClr val="45606A"/>
                </a:solidFill>
                <a:latin typeface="Arial"/>
                <a:ea typeface="Arial"/>
                <a:cs typeface="Arial"/>
              </a:defRPr>
            </a:lvl6pPr>
            <a:lvl7pPr algn="l">
              <a:defRPr sz="1350" b="1">
                <a:solidFill>
                  <a:srgbClr val="45606A"/>
                </a:solidFill>
                <a:latin typeface="Arial"/>
                <a:ea typeface="Arial"/>
                <a:cs typeface="Arial"/>
              </a:defRPr>
            </a:lvl7pPr>
            <a:lvl8pPr algn="l">
              <a:defRPr sz="1350" b="1">
                <a:solidFill>
                  <a:srgbClr val="45606A"/>
                </a:solidFill>
                <a:latin typeface="Arial"/>
                <a:ea typeface="Arial"/>
                <a:cs typeface="Arial"/>
              </a:defRPr>
            </a:lvl8pPr>
            <a:lvl9pPr algn="l">
              <a:defRPr sz="1350" b="1">
                <a:solidFill>
                  <a:srgbClr val="45606A"/>
                </a:solidFill>
                <a:latin typeface="Arial"/>
                <a:ea typeface="Arial"/>
                <a:cs typeface="Arial"/>
              </a:defRPr>
            </a:lvl9pPr>
          </a:lstStyle>
          <a:p xmlns:a="http://schemas.openxmlformats.org/drawingml/2006/main">
            <a:pPr algn="l">
              <a:lnSpc>
                <a:spcPct val="110000"/>
              </a:lnSpc>
              <a:buNone/>
              <a:defRPr sz="1350" b="1">
                <a:solidFill>
                  <a:srgbClr val="45606A"/>
                </a:solidFill>
                <a:latin typeface="Arial"/>
                <a:ea typeface="Arial"/>
                <a:cs typeface="Arial"/>
              </a:defRPr>
            </a:pPr>
            <a:r>
              <a:rPr sz="1350" b="1">
                <a:solidFill>
                  <a:srgbClr val="45606A"/>
                </a:solidFill>
                <a:latin typeface="Arial"/>
                <a:ea typeface="Arial"/>
                <a:cs typeface="Arial"/>
              </a:rPr>
              <a:t>Coverage, integrations,</a:t>
            </a:r>
          </a:p>
          <a:p xmlns:a="http://schemas.openxmlformats.org/drawingml/2006/main">
            <a:pPr algn="l">
              <a:lnSpc>
                <a:spcPct val="110000"/>
              </a:lnSpc>
              <a:buNone/>
              <a:defRPr sz="1350" b="1">
                <a:solidFill>
                  <a:srgbClr val="45606A"/>
                </a:solidFill>
                <a:latin typeface="Arial"/>
                <a:ea typeface="Arial"/>
                <a:cs typeface="Arial"/>
              </a:defRPr>
            </a:pPr>
            <a:r>
              <a:rPr sz="1350" b="1">
                <a:solidFill>
                  <a:srgbClr val="45606A"/>
                </a:solidFill>
                <a:latin typeface="Arial"/>
                <a:ea typeface="Arial"/>
                <a:cs typeface="Arial"/>
              </a:rPr>
              <a:t>pilot operations</a:t>
            </a:r>
          </a:p>
        </p:txBody>
      </p:sp>
      <p:sp>
        <p:nvSpPr>
          <p:cNvPr id="21" name="budget-note-rule">
            <a:extLst xmlns:a="http://schemas.openxmlformats.org/drawingml/2006/main">
              <a:ext uri="{FF2B5EF4-FFF2-40B4-BE49-F238E27FC236}">
                <a16:creationId xmlns:a16="http://schemas.microsoft.com/office/drawing/2014/main" id="{D1BDBD3C-521E-4E45-8E7E-E49DCEC40227}"/>
              </a:ext>
            </a:extLst>
          </p:cNvPr>
          <p:cNvSpPr>
            <a:spLocks xmlns:a="http://schemas.openxmlformats.org/drawingml/2006/main" noGrp="1"/>
          </p:cNvSpPr>
          <p:nvPr/>
        </p:nvSpPr>
        <p:spPr>
          <a:xfrm xmlns:a="http://schemas.openxmlformats.org/drawingml/2006/main">
            <a:off x="723900" y="5791200"/>
            <a:ext cx="57150" cy="333375"/>
          </a:xfrm>
          <a:prstGeom xmlns:a="http://schemas.openxmlformats.org/drawingml/2006/main" prst="rect">
            <a:avLst/>
          </a:prstGeom>
          <a:solidFill xmlns:a="http://schemas.openxmlformats.org/drawingml/2006/main">
            <a:srgbClr val="EE806C"/>
          </a:solidFill>
          <a:ln xmlns:a="http://schemas.openxmlformats.org/drawingml/2006/main" w="0">
            <a:noFill/>
            <a:prstDash val="solid"/>
          </a:ln>
        </p:spPr>
      </p:sp>
      <p:sp>
        <p:nvSpPr>
          <p:cNvPr id="22" name="budget-note">
            <a:extLst xmlns:a="http://schemas.openxmlformats.org/drawingml/2006/main">
              <a:ext uri="{FF2B5EF4-FFF2-40B4-BE49-F238E27FC236}">
                <a16:creationId xmlns:a16="http://schemas.microsoft.com/office/drawing/2014/main" id="{E01A2F12-A838-46B5-833B-888248F49DAD}"/>
              </a:ext>
            </a:extLst>
          </p:cNvPr>
          <p:cNvSpPr>
            <a:spLocks xmlns:a="http://schemas.openxmlformats.org/drawingml/2006/main" noGrp="1"/>
          </p:cNvSpPr>
          <p:nvPr/>
        </p:nvSpPr>
        <p:spPr>
          <a:xfrm xmlns:a="http://schemas.openxmlformats.org/drawingml/2006/main">
            <a:off x="942975" y="5762625"/>
            <a:ext cx="1028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45606A"/>
                </a:solidFill>
                <a:latin typeface="Arial"/>
                <a:ea typeface="Arial"/>
                <a:cs typeface="Arial"/>
              </a:defRPr>
            </a:defPPr>
            <a:lvl1pPr algn="l">
              <a:defRPr sz="1350" b="1">
                <a:solidFill>
                  <a:srgbClr val="45606A"/>
                </a:solidFill>
                <a:latin typeface="Arial"/>
                <a:ea typeface="Arial"/>
                <a:cs typeface="Arial"/>
              </a:defRPr>
            </a:lvl1pPr>
            <a:lvl2pPr algn="l">
              <a:defRPr sz="1350" b="1">
                <a:solidFill>
                  <a:srgbClr val="45606A"/>
                </a:solidFill>
                <a:latin typeface="Arial"/>
                <a:ea typeface="Arial"/>
                <a:cs typeface="Arial"/>
              </a:defRPr>
            </a:lvl2pPr>
            <a:lvl3pPr algn="l">
              <a:defRPr sz="1350" b="1">
                <a:solidFill>
                  <a:srgbClr val="45606A"/>
                </a:solidFill>
                <a:latin typeface="Arial"/>
                <a:ea typeface="Arial"/>
                <a:cs typeface="Arial"/>
              </a:defRPr>
            </a:lvl3pPr>
            <a:lvl4pPr algn="l">
              <a:defRPr sz="1350" b="1">
                <a:solidFill>
                  <a:srgbClr val="45606A"/>
                </a:solidFill>
                <a:latin typeface="Arial"/>
                <a:ea typeface="Arial"/>
                <a:cs typeface="Arial"/>
              </a:defRPr>
            </a:lvl4pPr>
            <a:lvl5pPr algn="l">
              <a:defRPr sz="1350" b="1">
                <a:solidFill>
                  <a:srgbClr val="45606A"/>
                </a:solidFill>
                <a:latin typeface="Arial"/>
                <a:ea typeface="Arial"/>
                <a:cs typeface="Arial"/>
              </a:defRPr>
            </a:lvl5pPr>
            <a:lvl6pPr algn="l">
              <a:defRPr sz="1350" b="1">
                <a:solidFill>
                  <a:srgbClr val="45606A"/>
                </a:solidFill>
                <a:latin typeface="Arial"/>
                <a:ea typeface="Arial"/>
                <a:cs typeface="Arial"/>
              </a:defRPr>
            </a:lvl6pPr>
            <a:lvl7pPr algn="l">
              <a:defRPr sz="1350" b="1">
                <a:solidFill>
                  <a:srgbClr val="45606A"/>
                </a:solidFill>
                <a:latin typeface="Arial"/>
                <a:ea typeface="Arial"/>
                <a:cs typeface="Arial"/>
              </a:defRPr>
            </a:lvl7pPr>
            <a:lvl8pPr algn="l">
              <a:defRPr sz="1350" b="1">
                <a:solidFill>
                  <a:srgbClr val="45606A"/>
                </a:solidFill>
                <a:latin typeface="Arial"/>
                <a:ea typeface="Arial"/>
                <a:cs typeface="Arial"/>
              </a:defRPr>
            </a:lvl8pPr>
            <a:lvl9pPr algn="l">
              <a:defRPr sz="1350" b="1">
                <a:solidFill>
                  <a:srgbClr val="45606A"/>
                </a:solidFill>
                <a:latin typeface="Arial"/>
                <a:ea typeface="Arial"/>
                <a:cs typeface="Arial"/>
              </a:defRPr>
            </a:lvl9pPr>
          </a:lstStyle>
          <a:p xmlns:a="http://schemas.openxmlformats.org/drawingml/2006/main">
            <a:pPr algn="l">
              <a:lnSpc>
                <a:spcPct val="105000"/>
              </a:lnSpc>
              <a:buNone/>
              <a:defRPr sz="1350" b="1">
                <a:solidFill>
                  <a:srgbClr val="45606A"/>
                </a:solidFill>
                <a:latin typeface="Arial"/>
                <a:ea typeface="Arial"/>
                <a:cs typeface="Arial"/>
              </a:defRPr>
            </a:pPr>
            <a:r>
              <a:rPr sz="1350" b="1">
                <a:solidFill>
                  <a:srgbClr val="45606A"/>
                </a:solidFill>
                <a:latin typeface="Arial"/>
                <a:ea typeface="Arial"/>
                <a:cs typeface="Arial"/>
              </a:rPr>
              <a:t>Budget and targets must be set from actual salaries, legal quotes, compute costs, and pilot baselines.</a:t>
            </a:r>
          </a:p>
        </p:txBody>
      </p:sp>
    </p:spTree>
    <p:extLst>
      <p:ext uri="{BB962C8B-B14F-4D97-AF65-F5344CB8AC3E}">
        <p14:creationId xmlns:p14="http://schemas.microsoft.com/office/powerpoint/2010/main" val="1544869205"/>
      </p:ext>
    </p:extLst>
  </p:cSld>
</p:sld>
</file>

<file path=ppt/slides/slide10.xml><?xml version="1.0" encoding="utf-8"?>
<p:sld xmlns:p="http://schemas.openxmlformats.org/presentationml/2006/main">
  <p:cSld>
    <p:bg>
      <p:bgPr>
        <a:solidFill xmlns:a="http://schemas.openxmlformats.org/drawingml/2006/main">
          <a:srgbClr val="0B202B"/>
        </a:solidFill>
      </p:bgPr>
    </p:bg>
    <p:spTree>
      <p:nvGrpSpPr>
        <p:cNvPr id="1" name=""/>
        <p:cNvGrpSpPr/>
        <p:nvPr/>
      </p:nvGrpSpPr>
      <p:grpSpPr>
        <a:xfrm xmlns:a="http://schemas.openxmlformats.org/drawingml/2006/main"/>
      </p:grpSpPr>
      <p:sp>
        <p:nvSpPr>
          <p:cNvPr id="15" name="section-label">
            <a:extLst xmlns:a="http://schemas.openxmlformats.org/drawingml/2006/main">
              <a:ext uri="{FF2B5EF4-FFF2-40B4-BE49-F238E27FC236}">
                <a16:creationId xmlns:a16="http://schemas.microsoft.com/office/drawing/2014/main" id="{DF965AB2-D0D4-46A3-AD2E-1FDA1E121565}"/>
              </a:ext>
            </a:extLst>
          </p:cNvPr>
          <p:cNvSpPr>
            <a:spLocks xmlns:a="http://schemas.openxmlformats.org/drawingml/2006/main" noGrp="1"/>
          </p:cNvSpPr>
          <p:nvPr/>
        </p:nvSpPr>
        <p:spPr>
          <a:xfrm xmlns:a="http://schemas.openxmlformats.org/drawingml/2006/main">
            <a:off x="685800" y="4381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91D2C5"/>
                </a:solidFill>
                <a:latin typeface="Arial"/>
                <a:ea typeface="Arial"/>
                <a:cs typeface="Arial"/>
              </a:defRPr>
            </a:defPPr>
            <a:lvl1pPr algn="l">
              <a:defRPr sz="1125" b="1">
                <a:solidFill>
                  <a:srgbClr val="91D2C5"/>
                </a:solidFill>
                <a:latin typeface="Arial"/>
                <a:ea typeface="Arial"/>
                <a:cs typeface="Arial"/>
              </a:defRPr>
            </a:lvl1pPr>
            <a:lvl2pPr algn="l">
              <a:defRPr sz="1125" b="1">
                <a:solidFill>
                  <a:srgbClr val="91D2C5"/>
                </a:solidFill>
                <a:latin typeface="Arial"/>
                <a:ea typeface="Arial"/>
                <a:cs typeface="Arial"/>
              </a:defRPr>
            </a:lvl2pPr>
            <a:lvl3pPr algn="l">
              <a:defRPr sz="1125" b="1">
                <a:solidFill>
                  <a:srgbClr val="91D2C5"/>
                </a:solidFill>
                <a:latin typeface="Arial"/>
                <a:ea typeface="Arial"/>
                <a:cs typeface="Arial"/>
              </a:defRPr>
            </a:lvl3pPr>
            <a:lvl4pPr algn="l">
              <a:defRPr sz="1125" b="1">
                <a:solidFill>
                  <a:srgbClr val="91D2C5"/>
                </a:solidFill>
                <a:latin typeface="Arial"/>
                <a:ea typeface="Arial"/>
                <a:cs typeface="Arial"/>
              </a:defRPr>
            </a:lvl4pPr>
            <a:lvl5pPr algn="l">
              <a:defRPr sz="1125" b="1">
                <a:solidFill>
                  <a:srgbClr val="91D2C5"/>
                </a:solidFill>
                <a:latin typeface="Arial"/>
                <a:ea typeface="Arial"/>
                <a:cs typeface="Arial"/>
              </a:defRPr>
            </a:lvl5pPr>
            <a:lvl6pPr algn="l">
              <a:defRPr sz="1125" b="1">
                <a:solidFill>
                  <a:srgbClr val="91D2C5"/>
                </a:solidFill>
                <a:latin typeface="Arial"/>
                <a:ea typeface="Arial"/>
                <a:cs typeface="Arial"/>
              </a:defRPr>
            </a:lvl6pPr>
            <a:lvl7pPr algn="l">
              <a:defRPr sz="1125" b="1">
                <a:solidFill>
                  <a:srgbClr val="91D2C5"/>
                </a:solidFill>
                <a:latin typeface="Arial"/>
                <a:ea typeface="Arial"/>
                <a:cs typeface="Arial"/>
              </a:defRPr>
            </a:lvl7pPr>
            <a:lvl8pPr algn="l">
              <a:defRPr sz="1125" b="1">
                <a:solidFill>
                  <a:srgbClr val="91D2C5"/>
                </a:solidFill>
                <a:latin typeface="Arial"/>
                <a:ea typeface="Arial"/>
                <a:cs typeface="Arial"/>
              </a:defRPr>
            </a:lvl8pPr>
            <a:lvl9pPr algn="l">
              <a:defRPr sz="1125" b="1">
                <a:solidFill>
                  <a:srgbClr val="91D2C5"/>
                </a:solidFill>
                <a:latin typeface="Arial"/>
                <a:ea typeface="Arial"/>
                <a:cs typeface="Arial"/>
              </a:defRPr>
            </a:lvl9pPr>
          </a:lstStyle>
          <a:p xmlns:a="http://schemas.openxmlformats.org/drawingml/2006/main">
            <a:pPr algn="l">
              <a:lnSpc>
                <a:spcPct val="105000"/>
              </a:lnSpc>
              <a:buNone/>
              <a:defRPr sz="1125" b="1">
                <a:solidFill>
                  <a:srgbClr val="91D2C5"/>
                </a:solidFill>
                <a:latin typeface="Arial"/>
                <a:ea typeface="Arial"/>
                <a:cs typeface="Arial"/>
              </a:defRPr>
            </a:pPr>
            <a:r>
              <a:rPr sz="1125" b="1">
                <a:solidFill>
                  <a:srgbClr val="91D2C5"/>
                </a:solidFill>
                <a:latin typeface="Arial"/>
                <a:ea typeface="Arial"/>
                <a:cs typeface="Arial"/>
              </a:rPr>
              <a:t>FUNDING PATH</a:t>
            </a:r>
          </a:p>
        </p:txBody>
      </p:sp>
      <p:sp>
        <p:nvSpPr>
          <p:cNvPr id="2" name="slide-title">
            <a:extLst xmlns:a="http://schemas.openxmlformats.org/drawingml/2006/main">
              <a:ext uri="{FF2B5EF4-FFF2-40B4-BE49-F238E27FC236}">
                <a16:creationId xmlns:a16="http://schemas.microsoft.com/office/drawing/2014/main" id="{06468A5B-4677-409A-8DC7-121497CF2516}"/>
              </a:ext>
            </a:extLst>
          </p:cNvPr>
          <p:cNvSpPr>
            <a:spLocks xmlns:a="http://schemas.openxmlformats.org/drawingml/2006/main" noGrp="1"/>
          </p:cNvSpPr>
          <p:nvPr/>
        </p:nvSpPr>
        <p:spPr>
          <a:xfrm xmlns:a="http://schemas.openxmlformats.org/drawingml/2006/main">
            <a:off x="685800" y="790575"/>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Arial"/>
                <a:ea typeface="Arial"/>
                <a:cs typeface="Arial"/>
              </a:defRPr>
            </a:defPPr>
            <a:lvl1pPr algn="l">
              <a:defRPr sz="3225" b="1">
                <a:solidFill>
                  <a:srgbClr val="FFFFFF"/>
                </a:solidFill>
                <a:latin typeface="Arial"/>
                <a:ea typeface="Arial"/>
                <a:cs typeface="Arial"/>
              </a:defRPr>
            </a:lvl1pPr>
            <a:lvl2pPr algn="l">
              <a:defRPr sz="3225" b="1">
                <a:solidFill>
                  <a:srgbClr val="FFFFFF"/>
                </a:solidFill>
                <a:latin typeface="Arial"/>
                <a:ea typeface="Arial"/>
                <a:cs typeface="Arial"/>
              </a:defRPr>
            </a:lvl2pPr>
            <a:lvl3pPr algn="l">
              <a:defRPr sz="3225" b="1">
                <a:solidFill>
                  <a:srgbClr val="FFFFFF"/>
                </a:solidFill>
                <a:latin typeface="Arial"/>
                <a:ea typeface="Arial"/>
                <a:cs typeface="Arial"/>
              </a:defRPr>
            </a:lvl3pPr>
            <a:lvl4pPr algn="l">
              <a:defRPr sz="3225" b="1">
                <a:solidFill>
                  <a:srgbClr val="FFFFFF"/>
                </a:solidFill>
                <a:latin typeface="Arial"/>
                <a:ea typeface="Arial"/>
                <a:cs typeface="Arial"/>
              </a:defRPr>
            </a:lvl4pPr>
            <a:lvl5pPr algn="l">
              <a:defRPr sz="3225" b="1">
                <a:solidFill>
                  <a:srgbClr val="FFFFFF"/>
                </a:solidFill>
                <a:latin typeface="Arial"/>
                <a:ea typeface="Arial"/>
                <a:cs typeface="Arial"/>
              </a:defRPr>
            </a:lvl5pPr>
            <a:lvl6pPr algn="l">
              <a:defRPr sz="3225" b="1">
                <a:solidFill>
                  <a:srgbClr val="FFFFFF"/>
                </a:solidFill>
                <a:latin typeface="Arial"/>
                <a:ea typeface="Arial"/>
                <a:cs typeface="Arial"/>
              </a:defRPr>
            </a:lvl6pPr>
            <a:lvl7pPr algn="l">
              <a:defRPr sz="3225" b="1">
                <a:solidFill>
                  <a:srgbClr val="FFFFFF"/>
                </a:solidFill>
                <a:latin typeface="Arial"/>
                <a:ea typeface="Arial"/>
                <a:cs typeface="Arial"/>
              </a:defRPr>
            </a:lvl7pPr>
            <a:lvl8pPr algn="l">
              <a:defRPr sz="3225" b="1">
                <a:solidFill>
                  <a:srgbClr val="FFFFFF"/>
                </a:solidFill>
                <a:latin typeface="Arial"/>
                <a:ea typeface="Arial"/>
                <a:cs typeface="Arial"/>
              </a:defRPr>
            </a:lvl8pPr>
            <a:lvl9pPr algn="l">
              <a:defRPr sz="3225" b="1">
                <a:solidFill>
                  <a:srgbClr val="FFFFFF"/>
                </a:solidFill>
                <a:latin typeface="Arial"/>
                <a:ea typeface="Arial"/>
                <a:cs typeface="Arial"/>
              </a:defRPr>
            </a:lvl9pPr>
          </a:lstStyle>
          <a:p xmlns:a="http://schemas.openxmlformats.org/drawingml/2006/main">
            <a:pPr algn="l">
              <a:lnSpc>
                <a:spcPct val="98000"/>
              </a:lnSpc>
              <a:buNone/>
              <a:defRPr sz="3225" b="1">
                <a:solidFill>
                  <a:srgbClr val="FFFFFF"/>
                </a:solidFill>
                <a:latin typeface="Arial"/>
                <a:ea typeface="Arial"/>
                <a:cs typeface="Arial"/>
              </a:defRPr>
            </a:pPr>
            <a:r>
              <a:rPr sz="3225" b="1">
                <a:solidFill>
                  <a:srgbClr val="FFFFFF"/>
                </a:solidFill>
                <a:latin typeface="Arial"/>
                <a:ea typeface="Arial"/>
                <a:cs typeface="Arial"/>
              </a:rPr>
              <a:t>A live grant route exists; eligibility still needs proof</a:t>
            </a:r>
          </a:p>
        </p:txBody>
      </p:sp>
      <p:sp>
        <p:nvSpPr>
          <p:cNvPr id="3" name="grant-name">
            <a:extLst xmlns:a="http://schemas.openxmlformats.org/drawingml/2006/main">
              <a:ext uri="{FF2B5EF4-FFF2-40B4-BE49-F238E27FC236}">
                <a16:creationId xmlns:a16="http://schemas.microsoft.com/office/drawing/2014/main" id="{25983E8D-5D63-4ECA-ACE1-3D2FFB0D3123}"/>
              </a:ext>
            </a:extLst>
          </p:cNvPr>
          <p:cNvSpPr>
            <a:spLocks xmlns:a="http://schemas.openxmlformats.org/drawingml/2006/main" noGrp="1"/>
          </p:cNvSpPr>
          <p:nvPr/>
        </p:nvSpPr>
        <p:spPr>
          <a:xfrm xmlns:a="http://schemas.openxmlformats.org/drawingml/2006/main">
            <a:off x="723900" y="1809750"/>
            <a:ext cx="657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Arial"/>
                <a:ea typeface="Arial"/>
                <a:cs typeface="Arial"/>
              </a:defRPr>
            </a:defPPr>
            <a:lvl1pPr algn="l">
              <a:defRPr sz="2550" b="1">
                <a:solidFill>
                  <a:srgbClr val="FFFFFF"/>
                </a:solidFill>
                <a:latin typeface="Arial"/>
                <a:ea typeface="Arial"/>
                <a:cs typeface="Arial"/>
              </a:defRPr>
            </a:lvl1pPr>
            <a:lvl2pPr algn="l">
              <a:defRPr sz="2550" b="1">
                <a:solidFill>
                  <a:srgbClr val="FFFFFF"/>
                </a:solidFill>
                <a:latin typeface="Arial"/>
                <a:ea typeface="Arial"/>
                <a:cs typeface="Arial"/>
              </a:defRPr>
            </a:lvl2pPr>
            <a:lvl3pPr algn="l">
              <a:defRPr sz="2550" b="1">
                <a:solidFill>
                  <a:srgbClr val="FFFFFF"/>
                </a:solidFill>
                <a:latin typeface="Arial"/>
                <a:ea typeface="Arial"/>
                <a:cs typeface="Arial"/>
              </a:defRPr>
            </a:lvl3pPr>
            <a:lvl4pPr algn="l">
              <a:defRPr sz="2550" b="1">
                <a:solidFill>
                  <a:srgbClr val="FFFFFF"/>
                </a:solidFill>
                <a:latin typeface="Arial"/>
                <a:ea typeface="Arial"/>
                <a:cs typeface="Arial"/>
              </a:defRPr>
            </a:lvl4pPr>
            <a:lvl5pPr algn="l">
              <a:defRPr sz="2550" b="1">
                <a:solidFill>
                  <a:srgbClr val="FFFFFF"/>
                </a:solidFill>
                <a:latin typeface="Arial"/>
                <a:ea typeface="Arial"/>
                <a:cs typeface="Arial"/>
              </a:defRPr>
            </a:lvl5pPr>
            <a:lvl6pPr algn="l">
              <a:defRPr sz="2550" b="1">
                <a:solidFill>
                  <a:srgbClr val="FFFFFF"/>
                </a:solidFill>
                <a:latin typeface="Arial"/>
                <a:ea typeface="Arial"/>
                <a:cs typeface="Arial"/>
              </a:defRPr>
            </a:lvl6pPr>
            <a:lvl7pPr algn="l">
              <a:defRPr sz="2550" b="1">
                <a:solidFill>
                  <a:srgbClr val="FFFFFF"/>
                </a:solidFill>
                <a:latin typeface="Arial"/>
                <a:ea typeface="Arial"/>
                <a:cs typeface="Arial"/>
              </a:defRPr>
            </a:lvl7pPr>
            <a:lvl8pPr algn="l">
              <a:defRPr sz="2550" b="1">
                <a:solidFill>
                  <a:srgbClr val="FFFFFF"/>
                </a:solidFill>
                <a:latin typeface="Arial"/>
                <a:ea typeface="Arial"/>
                <a:cs typeface="Arial"/>
              </a:defRPr>
            </a:lvl8pPr>
            <a:lvl9pPr algn="l">
              <a:defRPr sz="2550" b="1">
                <a:solidFill>
                  <a:srgbClr val="FFFFFF"/>
                </a:solidFill>
                <a:latin typeface="Arial"/>
                <a:ea typeface="Arial"/>
                <a:cs typeface="Arial"/>
              </a:defRPr>
            </a:lvl9pPr>
          </a:lstStyle>
          <a:p xmlns:a="http://schemas.openxmlformats.org/drawingml/2006/main">
            <a:pPr algn="l">
              <a:lnSpc>
                <a:spcPct val="105000"/>
              </a:lnSpc>
              <a:buNone/>
              <a:defRPr sz="2550" b="1">
                <a:solidFill>
                  <a:srgbClr val="FFFFFF"/>
                </a:solidFill>
                <a:latin typeface="Arial"/>
                <a:ea typeface="Arial"/>
                <a:cs typeface="Arial"/>
              </a:defRPr>
            </a:pPr>
            <a:r>
              <a:rPr sz="2550" b="1">
                <a:solidFill>
                  <a:srgbClr val="FFFFFF"/>
                </a:solidFill>
                <a:latin typeface="Arial"/>
                <a:ea typeface="Arial"/>
                <a:cs typeface="Arial"/>
              </a:rPr>
              <a:t>Karnataka ELEVATE NxT</a:t>
            </a:r>
          </a:p>
        </p:txBody>
      </p:sp>
      <p:sp>
        <p:nvSpPr>
          <p:cNvPr id="4" name="grant-amount">
            <a:extLst xmlns:a="http://schemas.openxmlformats.org/drawingml/2006/main">
              <a:ext uri="{FF2B5EF4-FFF2-40B4-BE49-F238E27FC236}">
                <a16:creationId xmlns:a16="http://schemas.microsoft.com/office/drawing/2014/main" id="{74E27283-4892-453F-A707-D82B64AD9F22}"/>
              </a:ext>
            </a:extLst>
          </p:cNvPr>
          <p:cNvSpPr>
            <a:spLocks xmlns:a="http://schemas.openxmlformats.org/drawingml/2006/main" noGrp="1"/>
          </p:cNvSpPr>
          <p:nvPr/>
        </p:nvSpPr>
        <p:spPr>
          <a:xfrm xmlns:a="http://schemas.openxmlformats.org/drawingml/2006/main">
            <a:off x="723900" y="2428875"/>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C7E989"/>
                </a:solidFill>
                <a:latin typeface="Arial"/>
                <a:ea typeface="Arial"/>
                <a:cs typeface="Arial"/>
              </a:defRPr>
            </a:defPPr>
            <a:lvl1pPr algn="l">
              <a:defRPr sz="2550" b="1">
                <a:solidFill>
                  <a:srgbClr val="C7E989"/>
                </a:solidFill>
                <a:latin typeface="Arial"/>
                <a:ea typeface="Arial"/>
                <a:cs typeface="Arial"/>
              </a:defRPr>
            </a:lvl1pPr>
            <a:lvl2pPr algn="l">
              <a:defRPr sz="2550" b="1">
                <a:solidFill>
                  <a:srgbClr val="C7E989"/>
                </a:solidFill>
                <a:latin typeface="Arial"/>
                <a:ea typeface="Arial"/>
                <a:cs typeface="Arial"/>
              </a:defRPr>
            </a:lvl2pPr>
            <a:lvl3pPr algn="l">
              <a:defRPr sz="2550" b="1">
                <a:solidFill>
                  <a:srgbClr val="C7E989"/>
                </a:solidFill>
                <a:latin typeface="Arial"/>
                <a:ea typeface="Arial"/>
                <a:cs typeface="Arial"/>
              </a:defRPr>
            </a:lvl3pPr>
            <a:lvl4pPr algn="l">
              <a:defRPr sz="2550" b="1">
                <a:solidFill>
                  <a:srgbClr val="C7E989"/>
                </a:solidFill>
                <a:latin typeface="Arial"/>
                <a:ea typeface="Arial"/>
                <a:cs typeface="Arial"/>
              </a:defRPr>
            </a:lvl4pPr>
            <a:lvl5pPr algn="l">
              <a:defRPr sz="2550" b="1">
                <a:solidFill>
                  <a:srgbClr val="C7E989"/>
                </a:solidFill>
                <a:latin typeface="Arial"/>
                <a:ea typeface="Arial"/>
                <a:cs typeface="Arial"/>
              </a:defRPr>
            </a:lvl5pPr>
            <a:lvl6pPr algn="l">
              <a:defRPr sz="2550" b="1">
                <a:solidFill>
                  <a:srgbClr val="C7E989"/>
                </a:solidFill>
                <a:latin typeface="Arial"/>
                <a:ea typeface="Arial"/>
                <a:cs typeface="Arial"/>
              </a:defRPr>
            </a:lvl6pPr>
            <a:lvl7pPr algn="l">
              <a:defRPr sz="2550" b="1">
                <a:solidFill>
                  <a:srgbClr val="C7E989"/>
                </a:solidFill>
                <a:latin typeface="Arial"/>
                <a:ea typeface="Arial"/>
                <a:cs typeface="Arial"/>
              </a:defRPr>
            </a:lvl7pPr>
            <a:lvl8pPr algn="l">
              <a:defRPr sz="2550" b="1">
                <a:solidFill>
                  <a:srgbClr val="C7E989"/>
                </a:solidFill>
                <a:latin typeface="Arial"/>
                <a:ea typeface="Arial"/>
                <a:cs typeface="Arial"/>
              </a:defRPr>
            </a:lvl8pPr>
            <a:lvl9pPr algn="l">
              <a:defRPr sz="2550" b="1">
                <a:solidFill>
                  <a:srgbClr val="C7E989"/>
                </a:solidFill>
                <a:latin typeface="Arial"/>
                <a:ea typeface="Arial"/>
                <a:cs typeface="Arial"/>
              </a:defRPr>
            </a:lvl9pPr>
          </a:lstStyle>
          <a:p xmlns:a="http://schemas.openxmlformats.org/drawingml/2006/main">
            <a:pPr algn="l">
              <a:lnSpc>
                <a:spcPct val="105000"/>
              </a:lnSpc>
              <a:buNone/>
              <a:defRPr sz="2550" b="1">
                <a:solidFill>
                  <a:srgbClr val="C7E989"/>
                </a:solidFill>
                <a:latin typeface="Arial"/>
                <a:ea typeface="Arial"/>
                <a:cs typeface="Arial"/>
              </a:defRPr>
            </a:pPr>
            <a:r>
              <a:rPr sz="2550" b="1">
                <a:solidFill>
                  <a:srgbClr val="C7E989"/>
                </a:solidFill>
                <a:latin typeface="Arial"/>
                <a:ea typeface="Arial"/>
                <a:cs typeface="Arial"/>
              </a:rPr>
              <a:t>Up to ₹1 crore</a:t>
            </a:r>
          </a:p>
        </p:txBody>
      </p:sp>
      <p:sp>
        <p:nvSpPr>
          <p:cNvPr id="5" name="grant-dates">
            <a:extLst xmlns:a="http://schemas.openxmlformats.org/drawingml/2006/main">
              <a:ext uri="{FF2B5EF4-FFF2-40B4-BE49-F238E27FC236}">
                <a16:creationId xmlns:a16="http://schemas.microsoft.com/office/drawing/2014/main" id="{6EB5F672-5F0A-4262-9D8E-C757DAAF265D}"/>
              </a:ext>
            </a:extLst>
          </p:cNvPr>
          <p:cNvSpPr>
            <a:spLocks xmlns:a="http://schemas.openxmlformats.org/drawingml/2006/main" noGrp="1"/>
          </p:cNvSpPr>
          <p:nvPr/>
        </p:nvSpPr>
        <p:spPr>
          <a:xfrm xmlns:a="http://schemas.openxmlformats.org/drawingml/2006/main">
            <a:off x="723900" y="3009900"/>
            <a:ext cx="628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C0D0CE"/>
                </a:solidFill>
                <a:latin typeface="Arial"/>
                <a:ea typeface="Arial"/>
                <a:cs typeface="Arial"/>
              </a:defRPr>
            </a:defPPr>
            <a:lvl1pPr algn="l">
              <a:defRPr sz="1425" b="1">
                <a:solidFill>
                  <a:srgbClr val="C0D0CE"/>
                </a:solidFill>
                <a:latin typeface="Arial"/>
                <a:ea typeface="Arial"/>
                <a:cs typeface="Arial"/>
              </a:defRPr>
            </a:lvl1pPr>
            <a:lvl2pPr algn="l">
              <a:defRPr sz="1425" b="1">
                <a:solidFill>
                  <a:srgbClr val="C0D0CE"/>
                </a:solidFill>
                <a:latin typeface="Arial"/>
                <a:ea typeface="Arial"/>
                <a:cs typeface="Arial"/>
              </a:defRPr>
            </a:lvl2pPr>
            <a:lvl3pPr algn="l">
              <a:defRPr sz="1425" b="1">
                <a:solidFill>
                  <a:srgbClr val="C0D0CE"/>
                </a:solidFill>
                <a:latin typeface="Arial"/>
                <a:ea typeface="Arial"/>
                <a:cs typeface="Arial"/>
              </a:defRPr>
            </a:lvl3pPr>
            <a:lvl4pPr algn="l">
              <a:defRPr sz="1425" b="1">
                <a:solidFill>
                  <a:srgbClr val="C0D0CE"/>
                </a:solidFill>
                <a:latin typeface="Arial"/>
                <a:ea typeface="Arial"/>
                <a:cs typeface="Arial"/>
              </a:defRPr>
            </a:lvl4pPr>
            <a:lvl5pPr algn="l">
              <a:defRPr sz="1425" b="1">
                <a:solidFill>
                  <a:srgbClr val="C0D0CE"/>
                </a:solidFill>
                <a:latin typeface="Arial"/>
                <a:ea typeface="Arial"/>
                <a:cs typeface="Arial"/>
              </a:defRPr>
            </a:lvl5pPr>
            <a:lvl6pPr algn="l">
              <a:defRPr sz="1425" b="1">
                <a:solidFill>
                  <a:srgbClr val="C0D0CE"/>
                </a:solidFill>
                <a:latin typeface="Arial"/>
                <a:ea typeface="Arial"/>
                <a:cs typeface="Arial"/>
              </a:defRPr>
            </a:lvl6pPr>
            <a:lvl7pPr algn="l">
              <a:defRPr sz="1425" b="1">
                <a:solidFill>
                  <a:srgbClr val="C0D0CE"/>
                </a:solidFill>
                <a:latin typeface="Arial"/>
                <a:ea typeface="Arial"/>
                <a:cs typeface="Arial"/>
              </a:defRPr>
            </a:lvl7pPr>
            <a:lvl8pPr algn="l">
              <a:defRPr sz="1425" b="1">
                <a:solidFill>
                  <a:srgbClr val="C0D0CE"/>
                </a:solidFill>
                <a:latin typeface="Arial"/>
                <a:ea typeface="Arial"/>
                <a:cs typeface="Arial"/>
              </a:defRPr>
            </a:lvl8pPr>
            <a:lvl9pPr algn="l">
              <a:defRPr sz="1425" b="1">
                <a:solidFill>
                  <a:srgbClr val="C0D0CE"/>
                </a:solidFill>
                <a:latin typeface="Arial"/>
                <a:ea typeface="Arial"/>
                <a:cs typeface="Arial"/>
              </a:defRPr>
            </a:lvl9pPr>
          </a:lstStyle>
          <a:p xmlns:a="http://schemas.openxmlformats.org/drawingml/2006/main">
            <a:pPr algn="l">
              <a:lnSpc>
                <a:spcPct val="105000"/>
              </a:lnSpc>
              <a:buNone/>
              <a:defRPr sz="1425" b="1">
                <a:solidFill>
                  <a:srgbClr val="C0D0CE"/>
                </a:solidFill>
                <a:latin typeface="Arial"/>
                <a:ea typeface="Arial"/>
                <a:cs typeface="Arial"/>
              </a:defRPr>
            </a:pPr>
            <a:r>
              <a:rPr sz="1425" b="1">
                <a:solidFill>
                  <a:srgbClr val="C0D0CE"/>
                </a:solidFill>
                <a:latin typeface="Arial"/>
                <a:ea typeface="Arial"/>
                <a:cs typeface="Arial"/>
              </a:rPr>
              <a:t>Application window listed: 13 Oct – 13 Nov 2026</a:t>
            </a:r>
          </a:p>
        </p:txBody>
      </p:sp>
      <p:sp>
        <p:nvSpPr>
          <p:cNvPr id="6" name="divider">
            <a:extLst xmlns:a="http://schemas.openxmlformats.org/drawingml/2006/main">
              <a:ext uri="{FF2B5EF4-FFF2-40B4-BE49-F238E27FC236}">
                <a16:creationId xmlns:a16="http://schemas.microsoft.com/office/drawing/2014/main" id="{59B82D16-61DB-49E3-B52E-741E6E019E7A}"/>
              </a:ext>
            </a:extLst>
          </p:cNvPr>
          <p:cNvSpPr>
            <a:spLocks xmlns:a="http://schemas.openxmlformats.org/drawingml/2006/main" noGrp="1"/>
          </p:cNvSpPr>
          <p:nvPr/>
        </p:nvSpPr>
        <p:spPr>
          <a:xfrm xmlns:a="http://schemas.openxmlformats.org/drawingml/2006/main">
            <a:off x="723900" y="3533775"/>
            <a:ext cx="5067300" cy="19050"/>
          </a:xfrm>
          <a:prstGeom xmlns:a="http://schemas.openxmlformats.org/drawingml/2006/main" prst="rect">
            <a:avLst/>
          </a:prstGeom>
          <a:solidFill xmlns:a="http://schemas.openxmlformats.org/drawingml/2006/main">
            <a:srgbClr val="34515B"/>
          </a:solidFill>
          <a:ln xmlns:a="http://schemas.openxmlformats.org/drawingml/2006/main" w="0">
            <a:noFill/>
            <a:prstDash val="solid"/>
          </a:ln>
        </p:spPr>
      </p:sp>
      <p:sp>
        <p:nvSpPr>
          <p:cNvPr id="7" name="elig-heading">
            <a:extLst xmlns:a="http://schemas.openxmlformats.org/drawingml/2006/main">
              <a:ext uri="{FF2B5EF4-FFF2-40B4-BE49-F238E27FC236}">
                <a16:creationId xmlns:a16="http://schemas.microsoft.com/office/drawing/2014/main" id="{7E58B81B-F2C4-4A3A-B2F6-513FA8DC00CB}"/>
              </a:ext>
            </a:extLst>
          </p:cNvPr>
          <p:cNvSpPr>
            <a:spLocks xmlns:a="http://schemas.openxmlformats.org/drawingml/2006/main" noGrp="1"/>
          </p:cNvSpPr>
          <p:nvPr/>
        </p:nvSpPr>
        <p:spPr>
          <a:xfrm xmlns:a="http://schemas.openxmlformats.org/drawingml/2006/main">
            <a:off x="723900" y="37909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91D2C5"/>
                </a:solidFill>
                <a:latin typeface="Arial"/>
                <a:ea typeface="Arial"/>
                <a:cs typeface="Arial"/>
              </a:defRPr>
            </a:defPPr>
            <a:lvl1pPr algn="l">
              <a:defRPr sz="1125" b="1">
                <a:solidFill>
                  <a:srgbClr val="91D2C5"/>
                </a:solidFill>
                <a:latin typeface="Arial"/>
                <a:ea typeface="Arial"/>
                <a:cs typeface="Arial"/>
              </a:defRPr>
            </a:lvl1pPr>
            <a:lvl2pPr algn="l">
              <a:defRPr sz="1125" b="1">
                <a:solidFill>
                  <a:srgbClr val="91D2C5"/>
                </a:solidFill>
                <a:latin typeface="Arial"/>
                <a:ea typeface="Arial"/>
                <a:cs typeface="Arial"/>
              </a:defRPr>
            </a:lvl2pPr>
            <a:lvl3pPr algn="l">
              <a:defRPr sz="1125" b="1">
                <a:solidFill>
                  <a:srgbClr val="91D2C5"/>
                </a:solidFill>
                <a:latin typeface="Arial"/>
                <a:ea typeface="Arial"/>
                <a:cs typeface="Arial"/>
              </a:defRPr>
            </a:lvl3pPr>
            <a:lvl4pPr algn="l">
              <a:defRPr sz="1125" b="1">
                <a:solidFill>
                  <a:srgbClr val="91D2C5"/>
                </a:solidFill>
                <a:latin typeface="Arial"/>
                <a:ea typeface="Arial"/>
                <a:cs typeface="Arial"/>
              </a:defRPr>
            </a:lvl4pPr>
            <a:lvl5pPr algn="l">
              <a:defRPr sz="1125" b="1">
                <a:solidFill>
                  <a:srgbClr val="91D2C5"/>
                </a:solidFill>
                <a:latin typeface="Arial"/>
                <a:ea typeface="Arial"/>
                <a:cs typeface="Arial"/>
              </a:defRPr>
            </a:lvl5pPr>
            <a:lvl6pPr algn="l">
              <a:defRPr sz="1125" b="1">
                <a:solidFill>
                  <a:srgbClr val="91D2C5"/>
                </a:solidFill>
                <a:latin typeface="Arial"/>
                <a:ea typeface="Arial"/>
                <a:cs typeface="Arial"/>
              </a:defRPr>
            </a:lvl6pPr>
            <a:lvl7pPr algn="l">
              <a:defRPr sz="1125" b="1">
                <a:solidFill>
                  <a:srgbClr val="91D2C5"/>
                </a:solidFill>
                <a:latin typeface="Arial"/>
                <a:ea typeface="Arial"/>
                <a:cs typeface="Arial"/>
              </a:defRPr>
            </a:lvl7pPr>
            <a:lvl8pPr algn="l">
              <a:defRPr sz="1125" b="1">
                <a:solidFill>
                  <a:srgbClr val="91D2C5"/>
                </a:solidFill>
                <a:latin typeface="Arial"/>
                <a:ea typeface="Arial"/>
                <a:cs typeface="Arial"/>
              </a:defRPr>
            </a:lvl8pPr>
            <a:lvl9pPr algn="l">
              <a:defRPr sz="1125" b="1">
                <a:solidFill>
                  <a:srgbClr val="91D2C5"/>
                </a:solidFill>
                <a:latin typeface="Arial"/>
                <a:ea typeface="Arial"/>
                <a:cs typeface="Arial"/>
              </a:defRPr>
            </a:lvl9pPr>
          </a:lstStyle>
          <a:p xmlns:a="http://schemas.openxmlformats.org/drawingml/2006/main">
            <a:pPr algn="l">
              <a:lnSpc>
                <a:spcPct val="105000"/>
              </a:lnSpc>
              <a:buNone/>
              <a:defRPr sz="1125" b="1">
                <a:solidFill>
                  <a:srgbClr val="91D2C5"/>
                </a:solidFill>
                <a:latin typeface="Arial"/>
                <a:ea typeface="Arial"/>
                <a:cs typeface="Arial"/>
              </a:defRPr>
            </a:pPr>
            <a:r>
              <a:rPr sz="1125" b="1">
                <a:solidFill>
                  <a:srgbClr val="91D2C5"/>
                </a:solidFill>
                <a:latin typeface="Arial"/>
                <a:ea typeface="Arial"/>
                <a:cs typeface="Arial"/>
              </a:rPr>
              <a:t>CHECK BEFORE APPLYING</a:t>
            </a:r>
          </a:p>
        </p:txBody>
      </p:sp>
      <p:sp>
        <p:nvSpPr>
          <p:cNvPr id="8" name="elig-list">
            <a:extLst xmlns:a="http://schemas.openxmlformats.org/drawingml/2006/main">
              <a:ext uri="{FF2B5EF4-FFF2-40B4-BE49-F238E27FC236}">
                <a16:creationId xmlns:a16="http://schemas.microsoft.com/office/drawing/2014/main" id="{91BB3C6D-7032-4FEE-A92D-68C88CF27DD4}"/>
              </a:ext>
            </a:extLst>
          </p:cNvPr>
          <p:cNvSpPr>
            <a:spLocks xmlns:a="http://schemas.openxmlformats.org/drawingml/2006/main" noGrp="1"/>
          </p:cNvSpPr>
          <p:nvPr/>
        </p:nvSpPr>
        <p:spPr>
          <a:xfrm xmlns:a="http://schemas.openxmlformats.org/drawingml/2006/main">
            <a:off x="723900" y="4191000"/>
            <a:ext cx="5200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FFFFFF"/>
                </a:solidFill>
                <a:latin typeface="Arial"/>
                <a:ea typeface="Arial"/>
                <a:cs typeface="Arial"/>
              </a:defRPr>
            </a:defPPr>
            <a:lvl1pPr algn="l">
              <a:defRPr sz="1350" b="0">
                <a:solidFill>
                  <a:srgbClr val="FFFFFF"/>
                </a:solidFill>
                <a:latin typeface="Arial"/>
                <a:ea typeface="Arial"/>
                <a:cs typeface="Arial"/>
              </a:defRPr>
            </a:lvl1pPr>
            <a:lvl2pPr algn="l">
              <a:defRPr sz="1350" b="0">
                <a:solidFill>
                  <a:srgbClr val="FFFFFF"/>
                </a:solidFill>
                <a:latin typeface="Arial"/>
                <a:ea typeface="Arial"/>
                <a:cs typeface="Arial"/>
              </a:defRPr>
            </a:lvl2pPr>
            <a:lvl3pPr algn="l">
              <a:defRPr sz="1350" b="0">
                <a:solidFill>
                  <a:srgbClr val="FFFFFF"/>
                </a:solidFill>
                <a:latin typeface="Arial"/>
                <a:ea typeface="Arial"/>
                <a:cs typeface="Arial"/>
              </a:defRPr>
            </a:lvl3pPr>
            <a:lvl4pPr algn="l">
              <a:defRPr sz="1350" b="0">
                <a:solidFill>
                  <a:srgbClr val="FFFFFF"/>
                </a:solidFill>
                <a:latin typeface="Arial"/>
                <a:ea typeface="Arial"/>
                <a:cs typeface="Arial"/>
              </a:defRPr>
            </a:lvl4pPr>
            <a:lvl5pPr algn="l">
              <a:defRPr sz="1350" b="0">
                <a:solidFill>
                  <a:srgbClr val="FFFFFF"/>
                </a:solidFill>
                <a:latin typeface="Arial"/>
                <a:ea typeface="Arial"/>
                <a:cs typeface="Arial"/>
              </a:defRPr>
            </a:lvl5pPr>
            <a:lvl6pPr algn="l">
              <a:defRPr sz="1350" b="0">
                <a:solidFill>
                  <a:srgbClr val="FFFFFF"/>
                </a:solidFill>
                <a:latin typeface="Arial"/>
                <a:ea typeface="Arial"/>
                <a:cs typeface="Arial"/>
              </a:defRPr>
            </a:lvl6pPr>
            <a:lvl7pPr algn="l">
              <a:defRPr sz="1350" b="0">
                <a:solidFill>
                  <a:srgbClr val="FFFFFF"/>
                </a:solidFill>
                <a:latin typeface="Arial"/>
                <a:ea typeface="Arial"/>
                <a:cs typeface="Arial"/>
              </a:defRPr>
            </a:lvl7pPr>
            <a:lvl8pPr algn="l">
              <a:defRPr sz="1350" b="0">
                <a:solidFill>
                  <a:srgbClr val="FFFFFF"/>
                </a:solidFill>
                <a:latin typeface="Arial"/>
                <a:ea typeface="Arial"/>
                <a:cs typeface="Arial"/>
              </a:defRPr>
            </a:lvl8pPr>
            <a:lvl9pPr algn="l">
              <a:defRPr sz="1350" b="0">
                <a:solidFill>
                  <a:srgbClr val="FFFFFF"/>
                </a:solidFill>
                <a:latin typeface="Arial"/>
                <a:ea typeface="Arial"/>
                <a:cs typeface="Arial"/>
              </a:defRPr>
            </a:lvl9pPr>
          </a:lstStyle>
          <a:p xmlns:a="http://schemas.openxmlformats.org/drawingml/2006/main">
            <a:pPr algn="l">
              <a:lnSpc>
                <a:spcPct val="112000"/>
              </a:lnSpc>
              <a:buNone/>
              <a:defRPr sz="1350" b="0">
                <a:solidFill>
                  <a:srgbClr val="FFFFFF"/>
                </a:solidFill>
                <a:latin typeface="Arial"/>
                <a:ea typeface="Arial"/>
                <a:cs typeface="Arial"/>
              </a:defRPr>
            </a:pPr>
            <a:r>
              <a:rPr sz="1350" b="0">
                <a:solidFill>
                  <a:srgbClr val="FFFFFF"/>
                </a:solidFill>
                <a:latin typeface="Arial"/>
                <a:ea typeface="Arial"/>
                <a:cs typeface="Arial"/>
              </a:rPr>
              <a:t>Entity type · team of 2+ · turnover history</a:t>
            </a:r>
          </a:p>
          <a:p xmlns:a="http://schemas.openxmlformats.org/drawingml/2006/main">
            <a:pPr algn="l">
              <a:lnSpc>
                <a:spcPct val="112000"/>
              </a:lnSpc>
              <a:buNone/>
              <a:defRPr sz="1350" b="0">
                <a:solidFill>
                  <a:srgbClr val="FFFFFF"/>
                </a:solidFill>
                <a:latin typeface="Arial"/>
                <a:ea typeface="Arial"/>
                <a:cs typeface="Arial"/>
              </a:defRPr>
            </a:pPr>
            <a:r>
              <a:rPr sz="1350" b="0">
                <a:solidFill>
                  <a:srgbClr val="FFFFFF"/>
                </a:solidFill>
                <a:latin typeface="Arial"/>
                <a:ea typeface="Arial"/>
                <a:cs typeface="Arial"/>
              </a:rPr>
              <a:t>Declared TRL 3–8 · technical/IP case</a:t>
            </a:r>
          </a:p>
          <a:p xmlns:a="http://schemas.openxmlformats.org/drawingml/2006/main">
            <a:pPr algn="l">
              <a:lnSpc>
                <a:spcPct val="112000"/>
              </a:lnSpc>
              <a:buNone/>
              <a:defRPr sz="1350" b="0">
                <a:solidFill>
                  <a:srgbClr val="FFFFFF"/>
                </a:solidFill>
                <a:latin typeface="Arial"/>
                <a:ea typeface="Arial"/>
                <a:cs typeface="Arial"/>
              </a:defRPr>
            </a:pPr>
            <a:r>
              <a:rPr sz="1350" b="0">
                <a:solidFill>
                  <a:srgbClr val="FFFFFF"/>
                </a:solidFill>
                <a:latin typeface="Arial"/>
                <a:ea typeface="Arial"/>
                <a:cs typeface="Arial"/>
              </a:rPr>
              <a:t>Outside-Karnataka winner: registered-office move</a:t>
            </a:r>
          </a:p>
          <a:p xmlns:a="http://schemas.openxmlformats.org/drawingml/2006/main">
            <a:pPr algn="l">
              <a:lnSpc>
                <a:spcPct val="112000"/>
              </a:lnSpc>
              <a:buNone/>
              <a:defRPr sz="1350" b="0">
                <a:solidFill>
                  <a:srgbClr val="FFFFFF"/>
                </a:solidFill>
                <a:latin typeface="Arial"/>
                <a:ea typeface="Arial"/>
                <a:cs typeface="Arial"/>
              </a:defRPr>
            </a:pPr>
            <a:r>
              <a:rPr sz="1350" b="0">
                <a:solidFill>
                  <a:srgbClr val="FFFFFF"/>
                </a:solidFill>
                <a:latin typeface="Arial"/>
                <a:ea typeface="Arial"/>
                <a:cs typeface="Arial"/>
              </a:rPr>
              <a:t>Founder, shareholding, and documents</a:t>
            </a:r>
          </a:p>
        </p:txBody>
      </p:sp>
      <p:sp>
        <p:nvSpPr>
          <p:cNvPr id="9" name="eligibility-panel">
            <a:extLst xmlns:a="http://schemas.openxmlformats.org/drawingml/2006/main">
              <a:ext uri="{FF2B5EF4-FFF2-40B4-BE49-F238E27FC236}">
                <a16:creationId xmlns:a16="http://schemas.microsoft.com/office/drawing/2014/main" id="{0AE20764-7888-413D-8E65-983F82F8379B}"/>
              </a:ext>
            </a:extLst>
          </p:cNvPr>
          <p:cNvSpPr>
            <a:spLocks xmlns:a="http://schemas.openxmlformats.org/drawingml/2006/main" noGrp="1"/>
          </p:cNvSpPr>
          <p:nvPr/>
        </p:nvSpPr>
        <p:spPr>
          <a:xfrm xmlns:a="http://schemas.openxmlformats.org/drawingml/2006/main">
            <a:off x="6572250" y="1809750"/>
            <a:ext cx="4953000" cy="3686175"/>
          </a:xfrm>
          <a:prstGeom xmlns:a="http://schemas.openxmlformats.org/drawingml/2006/main" prst="rect">
            <a:avLst/>
          </a:prstGeom>
          <a:solidFill xmlns:a="http://schemas.openxmlformats.org/drawingml/2006/main">
            <a:srgbClr val="153541"/>
          </a:solidFill>
          <a:ln xmlns:a="http://schemas.openxmlformats.org/drawingml/2006/main" w="0">
            <a:noFill/>
            <a:prstDash val="solid"/>
          </a:ln>
        </p:spPr>
      </p:sp>
      <p:sp>
        <p:nvSpPr>
          <p:cNvPr id="10" name="panel-label">
            <a:extLst xmlns:a="http://schemas.openxmlformats.org/drawingml/2006/main">
              <a:ext uri="{FF2B5EF4-FFF2-40B4-BE49-F238E27FC236}">
                <a16:creationId xmlns:a16="http://schemas.microsoft.com/office/drawing/2014/main" id="{FD08D954-EB9C-4CB1-BB67-C3A3F953FDE3}"/>
              </a:ext>
            </a:extLst>
          </p:cNvPr>
          <p:cNvSpPr>
            <a:spLocks xmlns:a="http://schemas.openxmlformats.org/drawingml/2006/main" noGrp="1"/>
          </p:cNvSpPr>
          <p:nvPr/>
        </p:nvSpPr>
        <p:spPr>
          <a:xfrm xmlns:a="http://schemas.openxmlformats.org/drawingml/2006/main">
            <a:off x="6896100" y="21526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EE806C"/>
                </a:solidFill>
                <a:latin typeface="Arial"/>
                <a:ea typeface="Arial"/>
                <a:cs typeface="Arial"/>
              </a:defRPr>
            </a:defPPr>
            <a:lvl1pPr algn="l">
              <a:defRPr sz="1125" b="1">
                <a:solidFill>
                  <a:srgbClr val="EE806C"/>
                </a:solidFill>
                <a:latin typeface="Arial"/>
                <a:ea typeface="Arial"/>
                <a:cs typeface="Arial"/>
              </a:defRPr>
            </a:lvl1pPr>
            <a:lvl2pPr algn="l">
              <a:defRPr sz="1125" b="1">
                <a:solidFill>
                  <a:srgbClr val="EE806C"/>
                </a:solidFill>
                <a:latin typeface="Arial"/>
                <a:ea typeface="Arial"/>
                <a:cs typeface="Arial"/>
              </a:defRPr>
            </a:lvl2pPr>
            <a:lvl3pPr algn="l">
              <a:defRPr sz="1125" b="1">
                <a:solidFill>
                  <a:srgbClr val="EE806C"/>
                </a:solidFill>
                <a:latin typeface="Arial"/>
                <a:ea typeface="Arial"/>
                <a:cs typeface="Arial"/>
              </a:defRPr>
            </a:lvl3pPr>
            <a:lvl4pPr algn="l">
              <a:defRPr sz="1125" b="1">
                <a:solidFill>
                  <a:srgbClr val="EE806C"/>
                </a:solidFill>
                <a:latin typeface="Arial"/>
                <a:ea typeface="Arial"/>
                <a:cs typeface="Arial"/>
              </a:defRPr>
            </a:lvl4pPr>
            <a:lvl5pPr algn="l">
              <a:defRPr sz="1125" b="1">
                <a:solidFill>
                  <a:srgbClr val="EE806C"/>
                </a:solidFill>
                <a:latin typeface="Arial"/>
                <a:ea typeface="Arial"/>
                <a:cs typeface="Arial"/>
              </a:defRPr>
            </a:lvl5pPr>
            <a:lvl6pPr algn="l">
              <a:defRPr sz="1125" b="1">
                <a:solidFill>
                  <a:srgbClr val="EE806C"/>
                </a:solidFill>
                <a:latin typeface="Arial"/>
                <a:ea typeface="Arial"/>
                <a:cs typeface="Arial"/>
              </a:defRPr>
            </a:lvl6pPr>
            <a:lvl7pPr algn="l">
              <a:defRPr sz="1125" b="1">
                <a:solidFill>
                  <a:srgbClr val="EE806C"/>
                </a:solidFill>
                <a:latin typeface="Arial"/>
                <a:ea typeface="Arial"/>
                <a:cs typeface="Arial"/>
              </a:defRPr>
            </a:lvl7pPr>
            <a:lvl8pPr algn="l">
              <a:defRPr sz="1125" b="1">
                <a:solidFill>
                  <a:srgbClr val="EE806C"/>
                </a:solidFill>
                <a:latin typeface="Arial"/>
                <a:ea typeface="Arial"/>
                <a:cs typeface="Arial"/>
              </a:defRPr>
            </a:lvl8pPr>
            <a:lvl9pPr algn="l">
              <a:defRPr sz="1125" b="1">
                <a:solidFill>
                  <a:srgbClr val="EE806C"/>
                </a:solidFill>
                <a:latin typeface="Arial"/>
                <a:ea typeface="Arial"/>
                <a:cs typeface="Arial"/>
              </a:defRPr>
            </a:lvl9pPr>
          </a:lstStyle>
          <a:p xmlns:a="http://schemas.openxmlformats.org/drawingml/2006/main">
            <a:pPr algn="l">
              <a:lnSpc>
                <a:spcPct val="105000"/>
              </a:lnSpc>
              <a:buNone/>
              <a:defRPr sz="1125" b="1">
                <a:solidFill>
                  <a:srgbClr val="EE806C"/>
                </a:solidFill>
                <a:latin typeface="Arial"/>
                <a:ea typeface="Arial"/>
                <a:cs typeface="Arial"/>
              </a:defRPr>
            </a:pPr>
            <a:r>
              <a:rPr sz="1125" b="1">
                <a:solidFill>
                  <a:srgbClr val="EE806C"/>
                </a:solidFill>
                <a:latin typeface="Arial"/>
                <a:ea typeface="Arial"/>
                <a:cs typeface="Arial"/>
              </a:rPr>
              <a:t>IMPORTANT ELIGIBILITY CAVEAT</a:t>
            </a:r>
          </a:p>
        </p:txBody>
      </p:sp>
      <p:sp>
        <p:nvSpPr>
          <p:cNvPr id="11" name="panel-copy">
            <a:extLst xmlns:a="http://schemas.openxmlformats.org/drawingml/2006/main">
              <a:ext uri="{FF2B5EF4-FFF2-40B4-BE49-F238E27FC236}">
                <a16:creationId xmlns:a16="http://schemas.microsoft.com/office/drawing/2014/main" id="{3C2BE563-412E-479E-A341-BB5A2B432516}"/>
              </a:ext>
            </a:extLst>
          </p:cNvPr>
          <p:cNvSpPr>
            <a:spLocks xmlns:a="http://schemas.openxmlformats.org/drawingml/2006/main" noGrp="1"/>
          </p:cNvSpPr>
          <p:nvPr/>
        </p:nvSpPr>
        <p:spPr>
          <a:xfrm xmlns:a="http://schemas.openxmlformats.org/drawingml/2006/main">
            <a:off x="6896100" y="2600325"/>
            <a:ext cx="42386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FFFFFF"/>
                </a:solidFill>
                <a:latin typeface="Arial"/>
                <a:ea typeface="Arial"/>
                <a:cs typeface="Arial"/>
              </a:defRPr>
            </a:defPPr>
            <a:lvl1pPr algn="l">
              <a:defRPr sz="1575" b="0">
                <a:solidFill>
                  <a:srgbClr val="FFFFFF"/>
                </a:solidFill>
                <a:latin typeface="Arial"/>
                <a:ea typeface="Arial"/>
                <a:cs typeface="Arial"/>
              </a:defRPr>
            </a:lvl1pPr>
            <a:lvl2pPr algn="l">
              <a:defRPr sz="1575" b="0">
                <a:solidFill>
                  <a:srgbClr val="FFFFFF"/>
                </a:solidFill>
                <a:latin typeface="Arial"/>
                <a:ea typeface="Arial"/>
                <a:cs typeface="Arial"/>
              </a:defRPr>
            </a:lvl2pPr>
            <a:lvl3pPr algn="l">
              <a:defRPr sz="1575" b="0">
                <a:solidFill>
                  <a:srgbClr val="FFFFFF"/>
                </a:solidFill>
                <a:latin typeface="Arial"/>
                <a:ea typeface="Arial"/>
                <a:cs typeface="Arial"/>
              </a:defRPr>
            </a:lvl3pPr>
            <a:lvl4pPr algn="l">
              <a:defRPr sz="1575" b="0">
                <a:solidFill>
                  <a:srgbClr val="FFFFFF"/>
                </a:solidFill>
                <a:latin typeface="Arial"/>
                <a:ea typeface="Arial"/>
                <a:cs typeface="Arial"/>
              </a:defRPr>
            </a:lvl4pPr>
            <a:lvl5pPr algn="l">
              <a:defRPr sz="1575" b="0">
                <a:solidFill>
                  <a:srgbClr val="FFFFFF"/>
                </a:solidFill>
                <a:latin typeface="Arial"/>
                <a:ea typeface="Arial"/>
                <a:cs typeface="Arial"/>
              </a:defRPr>
            </a:lvl5pPr>
            <a:lvl6pPr algn="l">
              <a:defRPr sz="1575" b="0">
                <a:solidFill>
                  <a:srgbClr val="FFFFFF"/>
                </a:solidFill>
                <a:latin typeface="Arial"/>
                <a:ea typeface="Arial"/>
                <a:cs typeface="Arial"/>
              </a:defRPr>
            </a:lvl6pPr>
            <a:lvl7pPr algn="l">
              <a:defRPr sz="1575" b="0">
                <a:solidFill>
                  <a:srgbClr val="FFFFFF"/>
                </a:solidFill>
                <a:latin typeface="Arial"/>
                <a:ea typeface="Arial"/>
                <a:cs typeface="Arial"/>
              </a:defRPr>
            </a:lvl7pPr>
            <a:lvl8pPr algn="l">
              <a:defRPr sz="1575" b="0">
                <a:solidFill>
                  <a:srgbClr val="FFFFFF"/>
                </a:solidFill>
                <a:latin typeface="Arial"/>
                <a:ea typeface="Arial"/>
                <a:cs typeface="Arial"/>
              </a:defRPr>
            </a:lvl8pPr>
            <a:lvl9pPr algn="l">
              <a:defRPr sz="1575" b="0">
                <a:solidFill>
                  <a:srgbClr val="FFFFFF"/>
                </a:solidFill>
                <a:latin typeface="Arial"/>
                <a:ea typeface="Arial"/>
                <a:cs typeface="Arial"/>
              </a:defRPr>
            </a:lvl9pPr>
          </a:lstStyle>
          <a:p xmlns:a="http://schemas.openxmlformats.org/drawingml/2006/main">
            <a:pPr algn="l">
              <a:lnSpc>
                <a:spcPct val="113000"/>
              </a:lnSpc>
              <a:buNone/>
              <a:defRPr sz="1575" b="0">
                <a:solidFill>
                  <a:srgbClr val="FFFFFF"/>
                </a:solidFill>
                <a:latin typeface="Arial"/>
                <a:ea typeface="Arial"/>
                <a:cs typeface="Arial"/>
              </a:defRPr>
            </a:pPr>
            <a:r>
              <a:rPr sz="1575" b="0">
                <a:solidFill>
                  <a:srgbClr val="FFFFFF"/>
                </a:solidFill>
                <a:latin typeface="Arial"/>
                <a:ea typeface="Arial"/>
                <a:cs typeface="Arial"/>
              </a:rPr>
              <a:t>The NxT page describes a Pan-India call. The portal’s general terms page says Karnataka registration and 50% Karnataka workforce. Get written clarification before treating NyayNow as eligible.</a:t>
            </a:r>
          </a:p>
        </p:txBody>
      </p:sp>
      <p:sp>
        <p:nvSpPr>
          <p:cNvPr id="12" name="divider">
            <a:extLst xmlns:a="http://schemas.openxmlformats.org/drawingml/2006/main">
              <a:ext uri="{FF2B5EF4-FFF2-40B4-BE49-F238E27FC236}">
                <a16:creationId xmlns:a16="http://schemas.microsoft.com/office/drawing/2014/main" id="{A1EF089A-A742-4F09-A019-B6873D90380D}"/>
              </a:ext>
            </a:extLst>
          </p:cNvPr>
          <p:cNvSpPr>
            <a:spLocks xmlns:a="http://schemas.openxmlformats.org/drawingml/2006/main" noGrp="1"/>
          </p:cNvSpPr>
          <p:nvPr/>
        </p:nvSpPr>
        <p:spPr>
          <a:xfrm xmlns:a="http://schemas.openxmlformats.org/drawingml/2006/main">
            <a:off x="6896100" y="4267200"/>
            <a:ext cx="4229100" cy="19050"/>
          </a:xfrm>
          <a:prstGeom xmlns:a="http://schemas.openxmlformats.org/drawingml/2006/main" prst="rect">
            <a:avLst/>
          </a:prstGeom>
          <a:solidFill xmlns:a="http://schemas.openxmlformats.org/drawingml/2006/main">
            <a:srgbClr val="34515B"/>
          </a:solidFill>
          <a:ln xmlns:a="http://schemas.openxmlformats.org/drawingml/2006/main" w="0">
            <a:noFill/>
            <a:prstDash val="solid"/>
          </a:ln>
        </p:spPr>
      </p:sp>
      <p:sp>
        <p:nvSpPr>
          <p:cNvPr id="13" name="panel-status">
            <a:extLst xmlns:a="http://schemas.openxmlformats.org/drawingml/2006/main">
              <a:ext uri="{FF2B5EF4-FFF2-40B4-BE49-F238E27FC236}">
                <a16:creationId xmlns:a16="http://schemas.microsoft.com/office/drawing/2014/main" id="{54FD3D20-6097-447F-A9D8-201A30C855A6}"/>
              </a:ext>
            </a:extLst>
          </p:cNvPr>
          <p:cNvSpPr>
            <a:spLocks xmlns:a="http://schemas.openxmlformats.org/drawingml/2006/main" noGrp="1"/>
          </p:cNvSpPr>
          <p:nvPr/>
        </p:nvSpPr>
        <p:spPr>
          <a:xfrm xmlns:a="http://schemas.openxmlformats.org/drawingml/2006/main">
            <a:off x="6896100" y="4476750"/>
            <a:ext cx="4229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9CAC8"/>
                </a:solidFill>
                <a:latin typeface="Arial"/>
                <a:ea typeface="Arial"/>
                <a:cs typeface="Arial"/>
              </a:defRPr>
            </a:defPPr>
            <a:lvl1pPr algn="l">
              <a:defRPr sz="1275" b="1">
                <a:solidFill>
                  <a:srgbClr val="B9CAC8"/>
                </a:solidFill>
                <a:latin typeface="Arial"/>
                <a:ea typeface="Arial"/>
                <a:cs typeface="Arial"/>
              </a:defRPr>
            </a:lvl1pPr>
            <a:lvl2pPr algn="l">
              <a:defRPr sz="1275" b="1">
                <a:solidFill>
                  <a:srgbClr val="B9CAC8"/>
                </a:solidFill>
                <a:latin typeface="Arial"/>
                <a:ea typeface="Arial"/>
                <a:cs typeface="Arial"/>
              </a:defRPr>
            </a:lvl2pPr>
            <a:lvl3pPr algn="l">
              <a:defRPr sz="1275" b="1">
                <a:solidFill>
                  <a:srgbClr val="B9CAC8"/>
                </a:solidFill>
                <a:latin typeface="Arial"/>
                <a:ea typeface="Arial"/>
                <a:cs typeface="Arial"/>
              </a:defRPr>
            </a:lvl3pPr>
            <a:lvl4pPr algn="l">
              <a:defRPr sz="1275" b="1">
                <a:solidFill>
                  <a:srgbClr val="B9CAC8"/>
                </a:solidFill>
                <a:latin typeface="Arial"/>
                <a:ea typeface="Arial"/>
                <a:cs typeface="Arial"/>
              </a:defRPr>
            </a:lvl4pPr>
            <a:lvl5pPr algn="l">
              <a:defRPr sz="1275" b="1">
                <a:solidFill>
                  <a:srgbClr val="B9CAC8"/>
                </a:solidFill>
                <a:latin typeface="Arial"/>
                <a:ea typeface="Arial"/>
                <a:cs typeface="Arial"/>
              </a:defRPr>
            </a:lvl5pPr>
            <a:lvl6pPr algn="l">
              <a:defRPr sz="1275" b="1">
                <a:solidFill>
                  <a:srgbClr val="B9CAC8"/>
                </a:solidFill>
                <a:latin typeface="Arial"/>
                <a:ea typeface="Arial"/>
                <a:cs typeface="Arial"/>
              </a:defRPr>
            </a:lvl6pPr>
            <a:lvl7pPr algn="l">
              <a:defRPr sz="1275" b="1">
                <a:solidFill>
                  <a:srgbClr val="B9CAC8"/>
                </a:solidFill>
                <a:latin typeface="Arial"/>
                <a:ea typeface="Arial"/>
                <a:cs typeface="Arial"/>
              </a:defRPr>
            </a:lvl7pPr>
            <a:lvl8pPr algn="l">
              <a:defRPr sz="1275" b="1">
                <a:solidFill>
                  <a:srgbClr val="B9CAC8"/>
                </a:solidFill>
                <a:latin typeface="Arial"/>
                <a:ea typeface="Arial"/>
                <a:cs typeface="Arial"/>
              </a:defRPr>
            </a:lvl8pPr>
            <a:lvl9pPr algn="l">
              <a:defRPr sz="1275" b="1">
                <a:solidFill>
                  <a:srgbClr val="B9CAC8"/>
                </a:solidFill>
                <a:latin typeface="Arial"/>
                <a:ea typeface="Arial"/>
                <a:cs typeface="Arial"/>
              </a:defRPr>
            </a:lvl9pPr>
          </a:lstStyle>
          <a:p xmlns:a="http://schemas.openxmlformats.org/drawingml/2006/main">
            <a:pPr algn="l">
              <a:lnSpc>
                <a:spcPct val="110000"/>
              </a:lnSpc>
              <a:buNone/>
              <a:defRPr sz="1275" b="1">
                <a:solidFill>
                  <a:srgbClr val="B9CAC8"/>
                </a:solidFill>
                <a:latin typeface="Arial"/>
                <a:ea typeface="Arial"/>
                <a:cs typeface="Arial"/>
              </a:defRPr>
            </a:pPr>
            <a:r>
              <a:rPr sz="1275" b="1">
                <a:solidFill>
                  <a:srgbClr val="B9CAC8"/>
                </a:solidFill>
                <a:latin typeface="Arial"/>
                <a:ea typeface="Arial"/>
                <a:cs typeface="Arial"/>
              </a:rPr>
              <a:t>Current code review does not establish TRL, qualifying IP, entity status, or grant eligibility.</a:t>
            </a:r>
          </a:p>
        </p:txBody>
      </p:sp>
      <p:sp>
        <p:nvSpPr>
          <p:cNvPr id="14" name="raise-ask">
            <a:extLst xmlns:a="http://schemas.openxmlformats.org/drawingml/2006/main">
              <a:ext uri="{FF2B5EF4-FFF2-40B4-BE49-F238E27FC236}">
                <a16:creationId xmlns:a16="http://schemas.microsoft.com/office/drawing/2014/main" id="{1089E5B7-5EE7-46D3-A7AF-74FE7CE5922F}"/>
              </a:ext>
            </a:extLst>
          </p:cNvPr>
          <p:cNvSpPr>
            <a:spLocks xmlns:a="http://schemas.openxmlformats.org/drawingml/2006/main" noGrp="1"/>
          </p:cNvSpPr>
          <p:nvPr/>
        </p:nvSpPr>
        <p:spPr>
          <a:xfrm xmlns:a="http://schemas.openxmlformats.org/drawingml/2006/main">
            <a:off x="723900" y="5857875"/>
            <a:ext cx="1038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C7E989"/>
                </a:solidFill>
                <a:latin typeface="Arial"/>
                <a:ea typeface="Arial"/>
                <a:cs typeface="Arial"/>
              </a:defRPr>
            </a:defPPr>
            <a:lvl1pPr algn="l">
              <a:defRPr sz="1350" b="1">
                <a:solidFill>
                  <a:srgbClr val="C7E989"/>
                </a:solidFill>
                <a:latin typeface="Arial"/>
                <a:ea typeface="Arial"/>
                <a:cs typeface="Arial"/>
              </a:defRPr>
            </a:lvl1pPr>
            <a:lvl2pPr algn="l">
              <a:defRPr sz="1350" b="1">
                <a:solidFill>
                  <a:srgbClr val="C7E989"/>
                </a:solidFill>
                <a:latin typeface="Arial"/>
                <a:ea typeface="Arial"/>
                <a:cs typeface="Arial"/>
              </a:defRPr>
            </a:lvl2pPr>
            <a:lvl3pPr algn="l">
              <a:defRPr sz="1350" b="1">
                <a:solidFill>
                  <a:srgbClr val="C7E989"/>
                </a:solidFill>
                <a:latin typeface="Arial"/>
                <a:ea typeface="Arial"/>
                <a:cs typeface="Arial"/>
              </a:defRPr>
            </a:lvl3pPr>
            <a:lvl4pPr algn="l">
              <a:defRPr sz="1350" b="1">
                <a:solidFill>
                  <a:srgbClr val="C7E989"/>
                </a:solidFill>
                <a:latin typeface="Arial"/>
                <a:ea typeface="Arial"/>
                <a:cs typeface="Arial"/>
              </a:defRPr>
            </a:lvl4pPr>
            <a:lvl5pPr algn="l">
              <a:defRPr sz="1350" b="1">
                <a:solidFill>
                  <a:srgbClr val="C7E989"/>
                </a:solidFill>
                <a:latin typeface="Arial"/>
                <a:ea typeface="Arial"/>
                <a:cs typeface="Arial"/>
              </a:defRPr>
            </a:lvl5pPr>
            <a:lvl6pPr algn="l">
              <a:defRPr sz="1350" b="1">
                <a:solidFill>
                  <a:srgbClr val="C7E989"/>
                </a:solidFill>
                <a:latin typeface="Arial"/>
                <a:ea typeface="Arial"/>
                <a:cs typeface="Arial"/>
              </a:defRPr>
            </a:lvl6pPr>
            <a:lvl7pPr algn="l">
              <a:defRPr sz="1350" b="1">
                <a:solidFill>
                  <a:srgbClr val="C7E989"/>
                </a:solidFill>
                <a:latin typeface="Arial"/>
                <a:ea typeface="Arial"/>
                <a:cs typeface="Arial"/>
              </a:defRPr>
            </a:lvl7pPr>
            <a:lvl8pPr algn="l">
              <a:defRPr sz="1350" b="1">
                <a:solidFill>
                  <a:srgbClr val="C7E989"/>
                </a:solidFill>
                <a:latin typeface="Arial"/>
                <a:ea typeface="Arial"/>
                <a:cs typeface="Arial"/>
              </a:defRPr>
            </a:lvl8pPr>
            <a:lvl9pPr algn="l">
              <a:defRPr sz="1350" b="1">
                <a:solidFill>
                  <a:srgbClr val="C7E989"/>
                </a:solidFill>
                <a:latin typeface="Arial"/>
                <a:ea typeface="Arial"/>
                <a:cs typeface="Arial"/>
              </a:defRPr>
            </a:lvl9pPr>
          </a:lstStyle>
          <a:p xmlns:a="http://schemas.openxmlformats.org/drawingml/2006/main">
            <a:pPr algn="l">
              <a:lnSpc>
                <a:spcPct val="105000"/>
              </a:lnSpc>
              <a:buNone/>
              <a:defRPr sz="1350" b="1">
                <a:solidFill>
                  <a:srgbClr val="C7E989"/>
                </a:solidFill>
                <a:latin typeface="Arial"/>
                <a:ea typeface="Arial"/>
                <a:cs typeface="Arial"/>
              </a:defRPr>
            </a:pPr>
            <a:r>
              <a:rPr sz="1350" b="1">
                <a:solidFill>
                  <a:srgbClr val="C7E989"/>
                </a:solidFill>
                <a:latin typeface="Arial"/>
                <a:ea typeface="Arial"/>
                <a:cs typeface="Arial"/>
              </a:rPr>
              <a:t>Funding ask + instrument + budget: [FOUNDER INPUT REQUIRED]</a:t>
            </a:r>
          </a:p>
        </p:txBody>
      </p:sp>
    </p:spTree>
    <p:extLst>
      <p:ext uri="{BB962C8B-B14F-4D97-AF65-F5344CB8AC3E}">
        <p14:creationId xmlns:p14="http://schemas.microsoft.com/office/powerpoint/2010/main" val="1946923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2026-10-17T21:09:28.8330000Z</dcterms:created>
  <dcterms:modified xsi:type="dcterms:W3CDTF">2026-10-17T21:09:28.8330000Z</dcterms:modified>
</coreProperties>
</file>